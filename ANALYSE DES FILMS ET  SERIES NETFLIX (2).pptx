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71" r:id="rId3"/>
    <p:sldId id="269" r:id="rId4"/>
    <p:sldId id="270" r:id="rId5"/>
    <p:sldId id="261" r:id="rId6"/>
    <p:sldId id="263" r:id="rId7"/>
    <p:sldId id="264" r:id="rId8"/>
    <p:sldId id="265" r:id="rId9"/>
    <p:sldId id="266" r:id="rId10"/>
    <p:sldId id="268" r:id="rId11"/>
    <p:sldId id="267" r:id="rId12"/>
    <p:sldId id="272" r:id="rId1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29E65A0-87A3-4000-9DA3-DB3329D31DCF}" v="43" dt="2026-01-10T09:24:20.0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29" autoAdjust="0"/>
    <p:restoredTop sz="94660"/>
  </p:normalViewPr>
  <p:slideViewPr>
    <p:cSldViewPr snapToGrid="0">
      <p:cViewPr varScale="1">
        <p:scale>
          <a:sx n="71" d="100"/>
          <a:sy n="71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hadija Mahamadou Issoufou" userId="35be1cdd0b6f4893" providerId="LiveId" clId="{515DFE5C-2F5D-436B-8833-6C833510F404}"/>
    <pc:docChg chg="undo redo custSel addSld delSld modSld sldOrd">
      <pc:chgData name="Khadija Mahamadou Issoufou" userId="35be1cdd0b6f4893" providerId="LiveId" clId="{515DFE5C-2F5D-436B-8833-6C833510F404}" dt="2026-01-10T09:24:20.047" v="810"/>
      <pc:docMkLst>
        <pc:docMk/>
      </pc:docMkLst>
      <pc:sldChg chg="addSp delSp modSp mod">
        <pc:chgData name="Khadija Mahamadou Issoufou" userId="35be1cdd0b6f4893" providerId="LiveId" clId="{515DFE5C-2F5D-436B-8833-6C833510F404}" dt="2026-01-10T04:17:27.851" v="216" actId="26606"/>
        <pc:sldMkLst>
          <pc:docMk/>
          <pc:sldMk cId="3323383275" sldId="256"/>
        </pc:sldMkLst>
        <pc:spChg chg="mod">
          <ac:chgData name="Khadija Mahamadou Issoufou" userId="35be1cdd0b6f4893" providerId="LiveId" clId="{515DFE5C-2F5D-436B-8833-6C833510F404}" dt="2026-01-10T04:17:27.851" v="216" actId="26606"/>
          <ac:spMkLst>
            <pc:docMk/>
            <pc:sldMk cId="3323383275" sldId="256"/>
            <ac:spMk id="2" creationId="{1700DCF4-54D5-38B2-1D4A-C172BA6213D1}"/>
          </ac:spMkLst>
        </pc:spChg>
        <pc:spChg chg="mod">
          <ac:chgData name="Khadija Mahamadou Issoufou" userId="35be1cdd0b6f4893" providerId="LiveId" clId="{515DFE5C-2F5D-436B-8833-6C833510F404}" dt="2026-01-10T04:17:27.851" v="216" actId="26606"/>
          <ac:spMkLst>
            <pc:docMk/>
            <pc:sldMk cId="3323383275" sldId="256"/>
            <ac:spMk id="3" creationId="{D5FE7B5F-3CE4-B6D2-4458-9EF6775A1ECC}"/>
          </ac:spMkLst>
        </pc:spChg>
        <pc:spChg chg="add del">
          <ac:chgData name="Khadija Mahamadou Issoufou" userId="35be1cdd0b6f4893" providerId="LiveId" clId="{515DFE5C-2F5D-436B-8833-6C833510F404}" dt="2026-01-10T04:17:27.851" v="216" actId="26606"/>
          <ac:spMkLst>
            <pc:docMk/>
            <pc:sldMk cId="3323383275" sldId="256"/>
            <ac:spMk id="47" creationId="{7E0162AD-C6E5-4BF8-A453-76ADB36877D3}"/>
          </ac:spMkLst>
        </pc:spChg>
        <pc:spChg chg="add del">
          <ac:chgData name="Khadija Mahamadou Issoufou" userId="35be1cdd0b6f4893" providerId="LiveId" clId="{515DFE5C-2F5D-436B-8833-6C833510F404}" dt="2026-01-10T04:17:27.851" v="216" actId="26606"/>
          <ac:spMkLst>
            <pc:docMk/>
            <pc:sldMk cId="3323383275" sldId="256"/>
            <ac:spMk id="50" creationId="{2596F992-698C-48C0-9D89-70DA4CE927EF}"/>
          </ac:spMkLst>
        </pc:spChg>
        <pc:spChg chg="add del">
          <ac:chgData name="Khadija Mahamadou Issoufou" userId="35be1cdd0b6f4893" providerId="LiveId" clId="{515DFE5C-2F5D-436B-8833-6C833510F404}" dt="2026-01-10T04:17:27.851" v="216" actId="26606"/>
          <ac:spMkLst>
            <pc:docMk/>
            <pc:sldMk cId="3323383275" sldId="256"/>
            <ac:spMk id="52" creationId="{E7BFF8DC-0AE7-4AD2-9B28-2E5F26D62C30}"/>
          </ac:spMkLst>
        </pc:spChg>
        <pc:spChg chg="add del">
          <ac:chgData name="Khadija Mahamadou Issoufou" userId="35be1cdd0b6f4893" providerId="LiveId" clId="{515DFE5C-2F5D-436B-8833-6C833510F404}" dt="2026-01-10T04:17:27.851" v="216" actId="26606"/>
          <ac:spMkLst>
            <pc:docMk/>
            <pc:sldMk cId="3323383275" sldId="256"/>
            <ac:spMk id="57" creationId="{D7A453D2-15D8-4403-815F-291FA16340D9}"/>
          </ac:spMkLst>
        </pc:spChg>
        <pc:spChg chg="add del">
          <ac:chgData name="Khadija Mahamadou Issoufou" userId="35be1cdd0b6f4893" providerId="LiveId" clId="{515DFE5C-2F5D-436B-8833-6C833510F404}" dt="2026-01-10T04:17:27.851" v="216" actId="26606"/>
          <ac:spMkLst>
            <pc:docMk/>
            <pc:sldMk cId="3323383275" sldId="256"/>
            <ac:spMk id="59" creationId="{8161EA6B-09CA-445B-AB0D-8DF76FA92DEF}"/>
          </ac:spMkLst>
        </pc:spChg>
        <pc:spChg chg="add del">
          <ac:chgData name="Khadija Mahamadou Issoufou" userId="35be1cdd0b6f4893" providerId="LiveId" clId="{515DFE5C-2F5D-436B-8833-6C833510F404}" dt="2026-01-10T04:17:27.851" v="216" actId="26606"/>
          <ac:spMkLst>
            <pc:docMk/>
            <pc:sldMk cId="3323383275" sldId="256"/>
            <ac:spMk id="69" creationId="{B8114C98-A349-4111-A123-E8EAB86ABE30}"/>
          </ac:spMkLst>
        </pc:spChg>
        <pc:spChg chg="add del">
          <ac:chgData name="Khadija Mahamadou Issoufou" userId="35be1cdd0b6f4893" providerId="LiveId" clId="{515DFE5C-2F5D-436B-8833-6C833510F404}" dt="2026-01-10T04:17:27.851" v="216" actId="26606"/>
          <ac:spMkLst>
            <pc:docMk/>
            <pc:sldMk cId="3323383275" sldId="256"/>
            <ac:spMk id="77" creationId="{E2D3D3F2-ABBB-4453-B1C5-1BEBF7E4DD56}"/>
          </ac:spMkLst>
        </pc:spChg>
        <pc:spChg chg="add del">
          <ac:chgData name="Khadija Mahamadou Issoufou" userId="35be1cdd0b6f4893" providerId="LiveId" clId="{515DFE5C-2F5D-436B-8833-6C833510F404}" dt="2026-01-10T04:17:27.851" v="216" actId="26606"/>
          <ac:spMkLst>
            <pc:docMk/>
            <pc:sldMk cId="3323383275" sldId="256"/>
            <ac:spMk id="91" creationId="{773AEA78-C03B-40B7-9D11-DC022119D577}"/>
          </ac:spMkLst>
        </pc:spChg>
        <pc:picChg chg="mod">
          <ac:chgData name="Khadija Mahamadou Issoufou" userId="35be1cdd0b6f4893" providerId="LiveId" clId="{515DFE5C-2F5D-436B-8833-6C833510F404}" dt="2026-01-10T04:17:24.067" v="214" actId="27614"/>
          <ac:picMkLst>
            <pc:docMk/>
            <pc:sldMk cId="3323383275" sldId="256"/>
            <ac:picMk id="4" creationId="{8D11CEB7-5FC4-64BD-D028-5BA1E6986E46}"/>
          </ac:picMkLst>
        </pc:picChg>
        <pc:picChg chg="mod">
          <ac:chgData name="Khadija Mahamadou Issoufou" userId="35be1cdd0b6f4893" providerId="LiveId" clId="{515DFE5C-2F5D-436B-8833-6C833510F404}" dt="2026-01-10T04:17:24.167" v="215" actId="27614"/>
          <ac:picMkLst>
            <pc:docMk/>
            <pc:sldMk cId="3323383275" sldId="256"/>
            <ac:picMk id="6" creationId="{49B0D00B-9047-75E6-0E6F-6C164B6FD565}"/>
          </ac:picMkLst>
        </pc:picChg>
      </pc:sldChg>
      <pc:sldChg chg="addSp delSp modSp del mod">
        <pc:chgData name="Khadija Mahamadou Issoufou" userId="35be1cdd0b6f4893" providerId="LiveId" clId="{515DFE5C-2F5D-436B-8833-6C833510F404}" dt="2026-01-10T04:15:31.779" v="204" actId="2696"/>
        <pc:sldMkLst>
          <pc:docMk/>
          <pc:sldMk cId="3427320975" sldId="257"/>
        </pc:sldMkLst>
        <pc:spChg chg="mod">
          <ac:chgData name="Khadija Mahamadou Issoufou" userId="35be1cdd0b6f4893" providerId="LiveId" clId="{515DFE5C-2F5D-436B-8833-6C833510F404}" dt="2026-01-10T03:58:39.891" v="65" actId="20577"/>
          <ac:spMkLst>
            <pc:docMk/>
            <pc:sldMk cId="3427320975" sldId="257"/>
            <ac:spMk id="2" creationId="{F0288D49-43C9-2D18-055B-521F8819DA13}"/>
          </ac:spMkLst>
        </pc:spChg>
        <pc:spChg chg="mod">
          <ac:chgData name="Khadija Mahamadou Issoufou" userId="35be1cdd0b6f4893" providerId="LiveId" clId="{515DFE5C-2F5D-436B-8833-6C833510F404}" dt="2026-01-10T03:59:40.284" v="72" actId="5793"/>
          <ac:spMkLst>
            <pc:docMk/>
            <pc:sldMk cId="3427320975" sldId="257"/>
            <ac:spMk id="5" creationId="{9BA6835F-B858-AA07-0C36-39D6A29813E1}"/>
          </ac:spMkLst>
        </pc:spChg>
        <pc:spChg chg="del">
          <ac:chgData name="Khadija Mahamadou Issoufou" userId="35be1cdd0b6f4893" providerId="LiveId" clId="{515DFE5C-2F5D-436B-8833-6C833510F404}" dt="2026-01-10T03:59:17.060" v="66" actId="26606"/>
          <ac:spMkLst>
            <pc:docMk/>
            <pc:sldMk cId="3427320975" sldId="257"/>
            <ac:spMk id="26" creationId="{09588DA8-065E-4F6F-8EFD-43104AB2E0CF}"/>
          </ac:spMkLst>
        </pc:spChg>
        <pc:spChg chg="del">
          <ac:chgData name="Khadija Mahamadou Issoufou" userId="35be1cdd0b6f4893" providerId="LiveId" clId="{515DFE5C-2F5D-436B-8833-6C833510F404}" dt="2026-01-10T03:59:17.060" v="66" actId="26606"/>
          <ac:spMkLst>
            <pc:docMk/>
            <pc:sldMk cId="3427320975" sldId="257"/>
            <ac:spMk id="28" creationId="{C4285719-470E-454C-AF62-8323075F1F5B}"/>
          </ac:spMkLst>
        </pc:spChg>
        <pc:spChg chg="del">
          <ac:chgData name="Khadija Mahamadou Issoufou" userId="35be1cdd0b6f4893" providerId="LiveId" clId="{515DFE5C-2F5D-436B-8833-6C833510F404}" dt="2026-01-10T03:59:17.060" v="66" actId="26606"/>
          <ac:spMkLst>
            <pc:docMk/>
            <pc:sldMk cId="3427320975" sldId="257"/>
            <ac:spMk id="30" creationId="{CD9FE4EF-C4D8-49A0-B2FF-81D8DB7D8A24}"/>
          </ac:spMkLst>
        </pc:spChg>
        <pc:spChg chg="del">
          <ac:chgData name="Khadija Mahamadou Issoufou" userId="35be1cdd0b6f4893" providerId="LiveId" clId="{515DFE5C-2F5D-436B-8833-6C833510F404}" dt="2026-01-10T03:59:17.060" v="66" actId="26606"/>
          <ac:spMkLst>
            <pc:docMk/>
            <pc:sldMk cId="3427320975" sldId="257"/>
            <ac:spMk id="34" creationId="{D2B78728-A580-49A7-84F9-6EF6F583ADE0}"/>
          </ac:spMkLst>
        </pc:spChg>
        <pc:spChg chg="del">
          <ac:chgData name="Khadija Mahamadou Issoufou" userId="35be1cdd0b6f4893" providerId="LiveId" clId="{515DFE5C-2F5D-436B-8833-6C833510F404}" dt="2026-01-10T03:59:17.060" v="66" actId="26606"/>
          <ac:spMkLst>
            <pc:docMk/>
            <pc:sldMk cId="3427320975" sldId="257"/>
            <ac:spMk id="36" creationId="{38FAA1A1-D861-433F-88FA-1E9D6FD31D11}"/>
          </ac:spMkLst>
        </pc:spChg>
        <pc:spChg chg="add">
          <ac:chgData name="Khadija Mahamadou Issoufou" userId="35be1cdd0b6f4893" providerId="LiveId" clId="{515DFE5C-2F5D-436B-8833-6C833510F404}" dt="2026-01-10T03:59:17.060" v="66" actId="26606"/>
          <ac:spMkLst>
            <pc:docMk/>
            <pc:sldMk cId="3427320975" sldId="257"/>
            <ac:spMk id="45" creationId="{3B2E3793-BFE6-45A2-9B7B-E18844431C99}"/>
          </ac:spMkLst>
        </pc:spChg>
        <pc:spChg chg="add">
          <ac:chgData name="Khadija Mahamadou Issoufou" userId="35be1cdd0b6f4893" providerId="LiveId" clId="{515DFE5C-2F5D-436B-8833-6C833510F404}" dt="2026-01-10T03:59:17.060" v="66" actId="26606"/>
          <ac:spMkLst>
            <pc:docMk/>
            <pc:sldMk cId="3427320975" sldId="257"/>
            <ac:spMk id="47" creationId="{BC4C4868-CB8F-4AF9-9CDB-8108F2C19B67}"/>
          </ac:spMkLst>
        </pc:spChg>
        <pc:spChg chg="add">
          <ac:chgData name="Khadija Mahamadou Issoufou" userId="35be1cdd0b6f4893" providerId="LiveId" clId="{515DFE5C-2F5D-436B-8833-6C833510F404}" dt="2026-01-10T03:59:17.060" v="66" actId="26606"/>
          <ac:spMkLst>
            <pc:docMk/>
            <pc:sldMk cId="3427320975" sldId="257"/>
            <ac:spMk id="49" creationId="{375E0459-6403-40CD-989D-56A4407CA12E}"/>
          </ac:spMkLst>
        </pc:spChg>
        <pc:spChg chg="add">
          <ac:chgData name="Khadija Mahamadou Issoufou" userId="35be1cdd0b6f4893" providerId="LiveId" clId="{515DFE5C-2F5D-436B-8833-6C833510F404}" dt="2026-01-10T03:59:17.060" v="66" actId="26606"/>
          <ac:spMkLst>
            <pc:docMk/>
            <pc:sldMk cId="3427320975" sldId="257"/>
            <ac:spMk id="51" creationId="{53E5B1A8-3AC9-4BD1-9BBC-78CA94F2D1BA}"/>
          </ac:spMkLst>
        </pc:spChg>
      </pc:sldChg>
      <pc:sldChg chg="del">
        <pc:chgData name="Khadija Mahamadou Issoufou" userId="35be1cdd0b6f4893" providerId="LiveId" clId="{515DFE5C-2F5D-436B-8833-6C833510F404}" dt="2026-01-10T04:15:45.349" v="205" actId="2696"/>
        <pc:sldMkLst>
          <pc:docMk/>
          <pc:sldMk cId="428701208" sldId="258"/>
        </pc:sldMkLst>
      </pc:sldChg>
      <pc:sldChg chg="modNotesTx">
        <pc:chgData name="Khadija Mahamadou Issoufou" userId="35be1cdd0b6f4893" providerId="LiveId" clId="{515DFE5C-2F5D-436B-8833-6C833510F404}" dt="2026-01-10T04:32:13.527" v="222" actId="20577"/>
        <pc:sldMkLst>
          <pc:docMk/>
          <pc:sldMk cId="3869478730" sldId="261"/>
        </pc:sldMkLst>
      </pc:sldChg>
      <pc:sldChg chg="addSp delSp modSp del mod">
        <pc:chgData name="Khadija Mahamadou Issoufou" userId="35be1cdd0b6f4893" providerId="LiveId" clId="{515DFE5C-2F5D-436B-8833-6C833510F404}" dt="2026-01-10T04:44:44.972" v="450" actId="2696"/>
        <pc:sldMkLst>
          <pc:docMk/>
          <pc:sldMk cId="3127385826" sldId="262"/>
        </pc:sldMkLst>
        <pc:spChg chg="mod">
          <ac:chgData name="Khadija Mahamadou Issoufou" userId="35be1cdd0b6f4893" providerId="LiveId" clId="{515DFE5C-2F5D-436B-8833-6C833510F404}" dt="2026-01-10T04:41:35.335" v="376" actId="26606"/>
          <ac:spMkLst>
            <pc:docMk/>
            <pc:sldMk cId="3127385826" sldId="262"/>
            <ac:spMk id="2" creationId="{78883DC7-ADBE-1C4A-FEB6-7DC1B3DACCB6}"/>
          </ac:spMkLst>
        </pc:spChg>
        <pc:spChg chg="del">
          <ac:chgData name="Khadija Mahamadou Issoufou" userId="35be1cdd0b6f4893" providerId="LiveId" clId="{515DFE5C-2F5D-436B-8833-6C833510F404}" dt="2026-01-10T04:40:07.492" v="343" actId="26606"/>
          <ac:spMkLst>
            <pc:docMk/>
            <pc:sldMk cId="3127385826" sldId="262"/>
            <ac:spMk id="19" creationId="{A8384FB5-9ADC-4DDC-881B-597D56F5B15D}"/>
          </ac:spMkLst>
        </pc:spChg>
        <pc:spChg chg="del">
          <ac:chgData name="Khadija Mahamadou Issoufou" userId="35be1cdd0b6f4893" providerId="LiveId" clId="{515DFE5C-2F5D-436B-8833-6C833510F404}" dt="2026-01-10T04:40:07.492" v="343" actId="26606"/>
          <ac:spMkLst>
            <pc:docMk/>
            <pc:sldMk cId="3127385826" sldId="262"/>
            <ac:spMk id="21" creationId="{91E5A9A7-95C6-4F4F-B00E-C82E07FE62EF}"/>
          </ac:spMkLst>
        </pc:spChg>
        <pc:spChg chg="del">
          <ac:chgData name="Khadija Mahamadou Issoufou" userId="35be1cdd0b6f4893" providerId="LiveId" clId="{515DFE5C-2F5D-436B-8833-6C833510F404}" dt="2026-01-10T04:40:07.492" v="343" actId="26606"/>
          <ac:spMkLst>
            <pc:docMk/>
            <pc:sldMk cId="3127385826" sldId="262"/>
            <ac:spMk id="23" creationId="{D07DD2DE-F619-49DD-B5E7-03A290FF4ED1}"/>
          </ac:spMkLst>
        </pc:spChg>
        <pc:spChg chg="del">
          <ac:chgData name="Khadija Mahamadou Issoufou" userId="35be1cdd0b6f4893" providerId="LiveId" clId="{515DFE5C-2F5D-436B-8833-6C833510F404}" dt="2026-01-10T04:40:07.492" v="343" actId="26606"/>
          <ac:spMkLst>
            <pc:docMk/>
            <pc:sldMk cId="3127385826" sldId="262"/>
            <ac:spMk id="25" creationId="{85149191-5F60-4A28-AAFF-039F96B0F3EC}"/>
          </ac:spMkLst>
        </pc:spChg>
        <pc:spChg chg="del">
          <ac:chgData name="Khadija Mahamadou Issoufou" userId="35be1cdd0b6f4893" providerId="LiveId" clId="{515DFE5C-2F5D-436B-8833-6C833510F404}" dt="2026-01-10T04:40:07.492" v="343" actId="26606"/>
          <ac:spMkLst>
            <pc:docMk/>
            <pc:sldMk cId="3127385826" sldId="262"/>
            <ac:spMk id="27" creationId="{F8260ED5-17F7-4158-B241-D51DD4CF1B7E}"/>
          </ac:spMkLst>
        </pc:spChg>
        <pc:spChg chg="add del">
          <ac:chgData name="Khadija Mahamadou Issoufou" userId="35be1cdd0b6f4893" providerId="LiveId" clId="{515DFE5C-2F5D-436B-8833-6C833510F404}" dt="2026-01-10T04:41:35.335" v="376" actId="26606"/>
          <ac:spMkLst>
            <pc:docMk/>
            <pc:sldMk cId="3127385826" sldId="262"/>
            <ac:spMk id="32" creationId="{A8384FB5-9ADC-4DDC-881B-597D56F5B15D}"/>
          </ac:spMkLst>
        </pc:spChg>
        <pc:spChg chg="add del">
          <ac:chgData name="Khadija Mahamadou Issoufou" userId="35be1cdd0b6f4893" providerId="LiveId" clId="{515DFE5C-2F5D-436B-8833-6C833510F404}" dt="2026-01-10T04:41:35.335" v="376" actId="26606"/>
          <ac:spMkLst>
            <pc:docMk/>
            <pc:sldMk cId="3127385826" sldId="262"/>
            <ac:spMk id="34" creationId="{91E5A9A7-95C6-4F4F-B00E-C82E07FE62EF}"/>
          </ac:spMkLst>
        </pc:spChg>
        <pc:spChg chg="add del">
          <ac:chgData name="Khadija Mahamadou Issoufou" userId="35be1cdd0b6f4893" providerId="LiveId" clId="{515DFE5C-2F5D-436B-8833-6C833510F404}" dt="2026-01-10T04:41:35.335" v="376" actId="26606"/>
          <ac:spMkLst>
            <pc:docMk/>
            <pc:sldMk cId="3127385826" sldId="262"/>
            <ac:spMk id="36" creationId="{D07DD2DE-F619-49DD-B5E7-03A290FF4ED1}"/>
          </ac:spMkLst>
        </pc:spChg>
        <pc:spChg chg="add del">
          <ac:chgData name="Khadija Mahamadou Issoufou" userId="35be1cdd0b6f4893" providerId="LiveId" clId="{515DFE5C-2F5D-436B-8833-6C833510F404}" dt="2026-01-10T04:41:35.335" v="376" actId="26606"/>
          <ac:spMkLst>
            <pc:docMk/>
            <pc:sldMk cId="3127385826" sldId="262"/>
            <ac:spMk id="38" creationId="{85149191-5F60-4A28-AAFF-039F96B0F3EC}"/>
          </ac:spMkLst>
        </pc:spChg>
        <pc:spChg chg="add del">
          <ac:chgData name="Khadija Mahamadou Issoufou" userId="35be1cdd0b6f4893" providerId="LiveId" clId="{515DFE5C-2F5D-436B-8833-6C833510F404}" dt="2026-01-10T04:41:35.335" v="376" actId="26606"/>
          <ac:spMkLst>
            <pc:docMk/>
            <pc:sldMk cId="3127385826" sldId="262"/>
            <ac:spMk id="40" creationId="{F8260ED5-17F7-4158-B241-D51DD4CF1B7E}"/>
          </ac:spMkLst>
        </pc:spChg>
        <pc:spChg chg="add del">
          <ac:chgData name="Khadija Mahamadou Issoufou" userId="35be1cdd0b6f4893" providerId="LiveId" clId="{515DFE5C-2F5D-436B-8833-6C833510F404}" dt="2026-01-10T04:41:31.845" v="373" actId="26606"/>
          <ac:spMkLst>
            <pc:docMk/>
            <pc:sldMk cId="3127385826" sldId="262"/>
            <ac:spMk id="42" creationId="{A8384FB5-9ADC-4DDC-881B-597D56F5B15D}"/>
          </ac:spMkLst>
        </pc:spChg>
        <pc:spChg chg="add del">
          <ac:chgData name="Khadija Mahamadou Issoufou" userId="35be1cdd0b6f4893" providerId="LiveId" clId="{515DFE5C-2F5D-436B-8833-6C833510F404}" dt="2026-01-10T04:41:13.324" v="371" actId="26606"/>
          <ac:spMkLst>
            <pc:docMk/>
            <pc:sldMk cId="3127385826" sldId="262"/>
            <ac:spMk id="45" creationId="{D4771268-CB57-404A-9271-370EB28F6090}"/>
          </ac:spMkLst>
        </pc:spChg>
        <pc:spChg chg="add del">
          <ac:chgData name="Khadija Mahamadou Issoufou" userId="35be1cdd0b6f4893" providerId="LiveId" clId="{515DFE5C-2F5D-436B-8833-6C833510F404}" dt="2026-01-10T04:41:31.845" v="373" actId="26606"/>
          <ac:spMkLst>
            <pc:docMk/>
            <pc:sldMk cId="3127385826" sldId="262"/>
            <ac:spMk id="47" creationId="{91E5A9A7-95C6-4F4F-B00E-C82E07FE62EF}"/>
          </ac:spMkLst>
        </pc:spChg>
        <pc:spChg chg="add del">
          <ac:chgData name="Khadija Mahamadou Issoufou" userId="35be1cdd0b6f4893" providerId="LiveId" clId="{515DFE5C-2F5D-436B-8833-6C833510F404}" dt="2026-01-10T04:41:31.845" v="373" actId="26606"/>
          <ac:spMkLst>
            <pc:docMk/>
            <pc:sldMk cId="3127385826" sldId="262"/>
            <ac:spMk id="49" creationId="{D07DD2DE-F619-49DD-B5E7-03A290FF4ED1}"/>
          </ac:spMkLst>
        </pc:spChg>
        <pc:spChg chg="add del">
          <ac:chgData name="Khadija Mahamadou Issoufou" userId="35be1cdd0b6f4893" providerId="LiveId" clId="{515DFE5C-2F5D-436B-8833-6C833510F404}" dt="2026-01-10T04:41:31.845" v="373" actId="26606"/>
          <ac:spMkLst>
            <pc:docMk/>
            <pc:sldMk cId="3127385826" sldId="262"/>
            <ac:spMk id="51" creationId="{85149191-5F60-4A28-AAFF-039F96B0F3EC}"/>
          </ac:spMkLst>
        </pc:spChg>
        <pc:spChg chg="add del">
          <ac:chgData name="Khadija Mahamadou Issoufou" userId="35be1cdd0b6f4893" providerId="LiveId" clId="{515DFE5C-2F5D-436B-8833-6C833510F404}" dt="2026-01-10T04:41:31.845" v="373" actId="26606"/>
          <ac:spMkLst>
            <pc:docMk/>
            <pc:sldMk cId="3127385826" sldId="262"/>
            <ac:spMk id="53" creationId="{F8260ED5-17F7-4158-B241-D51DD4CF1B7E}"/>
          </ac:spMkLst>
        </pc:spChg>
        <pc:spChg chg="add del">
          <ac:chgData name="Khadija Mahamadou Issoufou" userId="35be1cdd0b6f4893" providerId="LiveId" clId="{515DFE5C-2F5D-436B-8833-6C833510F404}" dt="2026-01-10T04:41:35.315" v="375" actId="26606"/>
          <ac:spMkLst>
            <pc:docMk/>
            <pc:sldMk cId="3127385826" sldId="262"/>
            <ac:spMk id="55" creationId="{665DBBEF-238B-476B-96AB-8AAC3224ECEA}"/>
          </ac:spMkLst>
        </pc:spChg>
        <pc:spChg chg="add del">
          <ac:chgData name="Khadija Mahamadou Issoufou" userId="35be1cdd0b6f4893" providerId="LiveId" clId="{515DFE5C-2F5D-436B-8833-6C833510F404}" dt="2026-01-10T04:41:35.315" v="375" actId="26606"/>
          <ac:spMkLst>
            <pc:docMk/>
            <pc:sldMk cId="3127385826" sldId="262"/>
            <ac:spMk id="56" creationId="{3FCFB1DE-0B7E-48CC-BA90-B2AB0889F9D6}"/>
          </ac:spMkLst>
        </pc:spChg>
        <pc:spChg chg="add">
          <ac:chgData name="Khadija Mahamadou Issoufou" userId="35be1cdd0b6f4893" providerId="LiveId" clId="{515DFE5C-2F5D-436B-8833-6C833510F404}" dt="2026-01-10T04:41:35.335" v="376" actId="26606"/>
          <ac:spMkLst>
            <pc:docMk/>
            <pc:sldMk cId="3127385826" sldId="262"/>
            <ac:spMk id="58" creationId="{A8384FB5-9ADC-4DDC-881B-597D56F5B15D}"/>
          </ac:spMkLst>
        </pc:spChg>
        <pc:spChg chg="add">
          <ac:chgData name="Khadija Mahamadou Issoufou" userId="35be1cdd0b6f4893" providerId="LiveId" clId="{515DFE5C-2F5D-436B-8833-6C833510F404}" dt="2026-01-10T04:41:35.335" v="376" actId="26606"/>
          <ac:spMkLst>
            <pc:docMk/>
            <pc:sldMk cId="3127385826" sldId="262"/>
            <ac:spMk id="59" creationId="{91E5A9A7-95C6-4F4F-B00E-C82E07FE62EF}"/>
          </ac:spMkLst>
        </pc:spChg>
        <pc:spChg chg="add">
          <ac:chgData name="Khadija Mahamadou Issoufou" userId="35be1cdd0b6f4893" providerId="LiveId" clId="{515DFE5C-2F5D-436B-8833-6C833510F404}" dt="2026-01-10T04:41:35.335" v="376" actId="26606"/>
          <ac:spMkLst>
            <pc:docMk/>
            <pc:sldMk cId="3127385826" sldId="262"/>
            <ac:spMk id="60" creationId="{D07DD2DE-F619-49DD-B5E7-03A290FF4ED1}"/>
          </ac:spMkLst>
        </pc:spChg>
        <pc:spChg chg="add">
          <ac:chgData name="Khadija Mahamadou Issoufou" userId="35be1cdd0b6f4893" providerId="LiveId" clId="{515DFE5C-2F5D-436B-8833-6C833510F404}" dt="2026-01-10T04:41:35.335" v="376" actId="26606"/>
          <ac:spMkLst>
            <pc:docMk/>
            <pc:sldMk cId="3127385826" sldId="262"/>
            <ac:spMk id="62" creationId="{F8260ED5-17F7-4158-B241-D51DD4CF1B7E}"/>
          </ac:spMkLst>
        </pc:spChg>
        <pc:picChg chg="mod">
          <ac:chgData name="Khadija Mahamadou Issoufou" userId="35be1cdd0b6f4893" providerId="LiveId" clId="{515DFE5C-2F5D-436B-8833-6C833510F404}" dt="2026-01-10T04:41:35.315" v="375" actId="26606"/>
          <ac:picMkLst>
            <pc:docMk/>
            <pc:sldMk cId="3127385826" sldId="262"/>
            <ac:picMk id="5" creationId="{BD900BD2-E02C-55D0-0473-D0467ECADA3F}"/>
          </ac:picMkLst>
        </pc:picChg>
      </pc:sldChg>
      <pc:sldChg chg="modNotesTx">
        <pc:chgData name="Khadija Mahamadou Issoufou" userId="35be1cdd0b6f4893" providerId="LiveId" clId="{515DFE5C-2F5D-436B-8833-6C833510F404}" dt="2026-01-10T04:32:18.307" v="223" actId="20577"/>
        <pc:sldMkLst>
          <pc:docMk/>
          <pc:sldMk cId="2588060179" sldId="263"/>
        </pc:sldMkLst>
      </pc:sldChg>
      <pc:sldChg chg="modNotesTx">
        <pc:chgData name="Khadija Mahamadou Issoufou" userId="35be1cdd0b6f4893" providerId="LiveId" clId="{515DFE5C-2F5D-436B-8833-6C833510F404}" dt="2026-01-10T04:32:24.546" v="224" actId="20577"/>
        <pc:sldMkLst>
          <pc:docMk/>
          <pc:sldMk cId="3356607222" sldId="264"/>
        </pc:sldMkLst>
      </pc:sldChg>
      <pc:sldChg chg="modNotesTx">
        <pc:chgData name="Khadija Mahamadou Issoufou" userId="35be1cdd0b6f4893" providerId="LiveId" clId="{515DFE5C-2F5D-436B-8833-6C833510F404}" dt="2026-01-10T04:32:28.441" v="225" actId="20577"/>
        <pc:sldMkLst>
          <pc:docMk/>
          <pc:sldMk cId="94487175" sldId="265"/>
        </pc:sldMkLst>
      </pc:sldChg>
      <pc:sldChg chg="modNotesTx">
        <pc:chgData name="Khadija Mahamadou Issoufou" userId="35be1cdd0b6f4893" providerId="LiveId" clId="{515DFE5C-2F5D-436B-8833-6C833510F404}" dt="2026-01-10T04:32:32.166" v="226" actId="20577"/>
        <pc:sldMkLst>
          <pc:docMk/>
          <pc:sldMk cId="1263290727" sldId="266"/>
        </pc:sldMkLst>
      </pc:sldChg>
      <pc:sldChg chg="addSp modSp new mod setBg">
        <pc:chgData name="Khadija Mahamadou Issoufou" userId="35be1cdd0b6f4893" providerId="LiveId" clId="{515DFE5C-2F5D-436B-8833-6C833510F404}" dt="2026-01-10T04:55:44.323" v="673" actId="20577"/>
        <pc:sldMkLst>
          <pc:docMk/>
          <pc:sldMk cId="150714866" sldId="267"/>
        </pc:sldMkLst>
        <pc:spChg chg="mod">
          <ac:chgData name="Khadija Mahamadou Issoufou" userId="35be1cdd0b6f4893" providerId="LiveId" clId="{515DFE5C-2F5D-436B-8833-6C833510F404}" dt="2026-01-10T04:55:44.323" v="673" actId="20577"/>
          <ac:spMkLst>
            <pc:docMk/>
            <pc:sldMk cId="150714866" sldId="267"/>
            <ac:spMk id="2" creationId="{5FFC5AEA-EB87-D6EB-802D-E3C53AEF094D}"/>
          </ac:spMkLst>
        </pc:spChg>
        <pc:spChg chg="mod">
          <ac:chgData name="Khadija Mahamadou Issoufou" userId="35be1cdd0b6f4893" providerId="LiveId" clId="{515DFE5C-2F5D-436B-8833-6C833510F404}" dt="2026-01-10T04:55:07.816" v="645" actId="21"/>
          <ac:spMkLst>
            <pc:docMk/>
            <pc:sldMk cId="150714866" sldId="267"/>
            <ac:spMk id="3" creationId="{2532851C-FE8A-4178-311B-3C306C5E3377}"/>
          </ac:spMkLst>
        </pc:spChg>
        <pc:spChg chg="add">
          <ac:chgData name="Khadija Mahamadou Issoufou" userId="35be1cdd0b6f4893" providerId="LiveId" clId="{515DFE5C-2F5D-436B-8833-6C833510F404}" dt="2026-01-10T04:52:54.805" v="641" actId="26606"/>
          <ac:spMkLst>
            <pc:docMk/>
            <pc:sldMk cId="150714866" sldId="267"/>
            <ac:spMk id="8" creationId="{09588DA8-065E-4F6F-8EFD-43104AB2E0CF}"/>
          </ac:spMkLst>
        </pc:spChg>
        <pc:spChg chg="add">
          <ac:chgData name="Khadija Mahamadou Issoufou" userId="35be1cdd0b6f4893" providerId="LiveId" clId="{515DFE5C-2F5D-436B-8833-6C833510F404}" dt="2026-01-10T04:52:54.805" v="641" actId="26606"/>
          <ac:spMkLst>
            <pc:docMk/>
            <pc:sldMk cId="150714866" sldId="267"/>
            <ac:spMk id="10" creationId="{C4285719-470E-454C-AF62-8323075F1F5B}"/>
          </ac:spMkLst>
        </pc:spChg>
        <pc:spChg chg="add">
          <ac:chgData name="Khadija Mahamadou Issoufou" userId="35be1cdd0b6f4893" providerId="LiveId" clId="{515DFE5C-2F5D-436B-8833-6C833510F404}" dt="2026-01-10T04:52:54.805" v="641" actId="26606"/>
          <ac:spMkLst>
            <pc:docMk/>
            <pc:sldMk cId="150714866" sldId="267"/>
            <ac:spMk id="12" creationId="{CD9FE4EF-C4D8-49A0-B2FF-81D8DB7D8A24}"/>
          </ac:spMkLst>
        </pc:spChg>
        <pc:spChg chg="add">
          <ac:chgData name="Khadija Mahamadou Issoufou" userId="35be1cdd0b6f4893" providerId="LiveId" clId="{515DFE5C-2F5D-436B-8833-6C833510F404}" dt="2026-01-10T04:52:54.805" v="641" actId="26606"/>
          <ac:spMkLst>
            <pc:docMk/>
            <pc:sldMk cId="150714866" sldId="267"/>
            <ac:spMk id="14" creationId="{4300840D-0A0B-4512-BACA-B439D5B9C57C}"/>
          </ac:spMkLst>
        </pc:spChg>
        <pc:spChg chg="add">
          <ac:chgData name="Khadija Mahamadou Issoufou" userId="35be1cdd0b6f4893" providerId="LiveId" clId="{515DFE5C-2F5D-436B-8833-6C833510F404}" dt="2026-01-10T04:52:54.805" v="641" actId="26606"/>
          <ac:spMkLst>
            <pc:docMk/>
            <pc:sldMk cId="150714866" sldId="267"/>
            <ac:spMk id="16" creationId="{D2B78728-A580-49A7-84F9-6EF6F583ADE0}"/>
          </ac:spMkLst>
        </pc:spChg>
        <pc:spChg chg="add">
          <ac:chgData name="Khadija Mahamadou Issoufou" userId="35be1cdd0b6f4893" providerId="LiveId" clId="{515DFE5C-2F5D-436B-8833-6C833510F404}" dt="2026-01-10T04:52:54.805" v="641" actId="26606"/>
          <ac:spMkLst>
            <pc:docMk/>
            <pc:sldMk cId="150714866" sldId="267"/>
            <ac:spMk id="18" creationId="{38FAA1A1-D861-433F-88FA-1E9D6FD31D11}"/>
          </ac:spMkLst>
        </pc:spChg>
        <pc:spChg chg="add">
          <ac:chgData name="Khadija Mahamadou Issoufou" userId="35be1cdd0b6f4893" providerId="LiveId" clId="{515DFE5C-2F5D-436B-8833-6C833510F404}" dt="2026-01-10T04:52:54.805" v="641" actId="26606"/>
          <ac:spMkLst>
            <pc:docMk/>
            <pc:sldMk cId="150714866" sldId="267"/>
            <ac:spMk id="20" creationId="{8D71EDA1-87BF-4D5D-AB79-F346FD19278A}"/>
          </ac:spMkLst>
        </pc:spChg>
      </pc:sldChg>
      <pc:sldChg chg="addSp delSp modSp new mod setBg">
        <pc:chgData name="Khadija Mahamadou Issoufou" userId="35be1cdd0b6f4893" providerId="LiveId" clId="{515DFE5C-2F5D-436B-8833-6C833510F404}" dt="2026-01-10T09:24:20.047" v="810"/>
        <pc:sldMkLst>
          <pc:docMk/>
          <pc:sldMk cId="816509379" sldId="268"/>
        </pc:sldMkLst>
        <pc:spChg chg="mod">
          <ac:chgData name="Khadija Mahamadou Issoufou" userId="35be1cdd0b6f4893" providerId="LiveId" clId="{515DFE5C-2F5D-436B-8833-6C833510F404}" dt="2026-01-10T09:24:20.047" v="810"/>
          <ac:spMkLst>
            <pc:docMk/>
            <pc:sldMk cId="816509379" sldId="268"/>
            <ac:spMk id="2" creationId="{F920E163-29A4-3662-EA1B-2B01B0C8A9F2}"/>
          </ac:spMkLst>
        </pc:spChg>
        <pc:spChg chg="mod">
          <ac:chgData name="Khadija Mahamadou Issoufou" userId="35be1cdd0b6f4893" providerId="LiveId" clId="{515DFE5C-2F5D-436B-8833-6C833510F404}" dt="2026-01-10T09:19:39.951" v="809" actId="20577"/>
          <ac:spMkLst>
            <pc:docMk/>
            <pc:sldMk cId="816509379" sldId="268"/>
            <ac:spMk id="3" creationId="{6A646D5B-2D3A-6154-332B-97308538B511}"/>
          </ac:spMkLst>
        </pc:spChg>
        <pc:spChg chg="add">
          <ac:chgData name="Khadija Mahamadou Issoufou" userId="35be1cdd0b6f4893" providerId="LiveId" clId="{515DFE5C-2F5D-436B-8833-6C833510F404}" dt="2026-01-10T04:43:02.916" v="413" actId="26606"/>
          <ac:spMkLst>
            <pc:docMk/>
            <pc:sldMk cId="816509379" sldId="268"/>
            <ac:spMk id="8" creationId="{09588DA8-065E-4F6F-8EFD-43104AB2E0CF}"/>
          </ac:spMkLst>
        </pc:spChg>
        <pc:spChg chg="add del">
          <ac:chgData name="Khadija Mahamadou Issoufou" userId="35be1cdd0b6f4893" providerId="LiveId" clId="{515DFE5C-2F5D-436B-8833-6C833510F404}" dt="2026-01-10T04:43:36.625" v="443" actId="26606"/>
          <ac:spMkLst>
            <pc:docMk/>
            <pc:sldMk cId="816509379" sldId="268"/>
            <ac:spMk id="10" creationId="{C4285719-470E-454C-AF62-8323075F1F5B}"/>
          </ac:spMkLst>
        </pc:spChg>
        <pc:spChg chg="add">
          <ac:chgData name="Khadija Mahamadou Issoufou" userId="35be1cdd0b6f4893" providerId="LiveId" clId="{515DFE5C-2F5D-436B-8833-6C833510F404}" dt="2026-01-10T04:43:02.916" v="413" actId="26606"/>
          <ac:spMkLst>
            <pc:docMk/>
            <pc:sldMk cId="816509379" sldId="268"/>
            <ac:spMk id="12" creationId="{CD9FE4EF-C4D8-49A0-B2FF-81D8DB7D8A24}"/>
          </ac:spMkLst>
        </pc:spChg>
        <pc:spChg chg="add del">
          <ac:chgData name="Khadija Mahamadou Issoufou" userId="35be1cdd0b6f4893" providerId="LiveId" clId="{515DFE5C-2F5D-436B-8833-6C833510F404}" dt="2026-01-10T04:43:36.625" v="443" actId="26606"/>
          <ac:spMkLst>
            <pc:docMk/>
            <pc:sldMk cId="816509379" sldId="268"/>
            <ac:spMk id="14" creationId="{4300840D-0A0B-4512-BACA-B439D5B9C57C}"/>
          </ac:spMkLst>
        </pc:spChg>
        <pc:spChg chg="add del">
          <ac:chgData name="Khadija Mahamadou Issoufou" userId="35be1cdd0b6f4893" providerId="LiveId" clId="{515DFE5C-2F5D-436B-8833-6C833510F404}" dt="2026-01-10T04:43:36.625" v="443" actId="26606"/>
          <ac:spMkLst>
            <pc:docMk/>
            <pc:sldMk cId="816509379" sldId="268"/>
            <ac:spMk id="16" creationId="{D2B78728-A580-49A7-84F9-6EF6F583ADE0}"/>
          </ac:spMkLst>
        </pc:spChg>
        <pc:spChg chg="add del">
          <ac:chgData name="Khadija Mahamadou Issoufou" userId="35be1cdd0b6f4893" providerId="LiveId" clId="{515DFE5C-2F5D-436B-8833-6C833510F404}" dt="2026-01-10T04:43:36.625" v="443" actId="26606"/>
          <ac:spMkLst>
            <pc:docMk/>
            <pc:sldMk cId="816509379" sldId="268"/>
            <ac:spMk id="18" creationId="{38FAA1A1-D861-433F-88FA-1E9D6FD31D11}"/>
          </ac:spMkLst>
        </pc:spChg>
        <pc:spChg chg="add">
          <ac:chgData name="Khadija Mahamadou Issoufou" userId="35be1cdd0b6f4893" providerId="LiveId" clId="{515DFE5C-2F5D-436B-8833-6C833510F404}" dt="2026-01-10T04:43:02.916" v="413" actId="26606"/>
          <ac:spMkLst>
            <pc:docMk/>
            <pc:sldMk cId="816509379" sldId="268"/>
            <ac:spMk id="20" creationId="{8D71EDA1-87BF-4D5D-AB79-F346FD19278A}"/>
          </ac:spMkLst>
        </pc:spChg>
        <pc:spChg chg="add">
          <ac:chgData name="Khadija Mahamadou Issoufou" userId="35be1cdd0b6f4893" providerId="LiveId" clId="{515DFE5C-2F5D-436B-8833-6C833510F404}" dt="2026-01-10T04:43:36.625" v="443" actId="26606"/>
          <ac:spMkLst>
            <pc:docMk/>
            <pc:sldMk cId="816509379" sldId="268"/>
            <ac:spMk id="25" creationId="{DEE2AD96-B495-4E06-9291-B71706F728CB}"/>
          </ac:spMkLst>
        </pc:spChg>
        <pc:spChg chg="add">
          <ac:chgData name="Khadija Mahamadou Issoufou" userId="35be1cdd0b6f4893" providerId="LiveId" clId="{515DFE5C-2F5D-436B-8833-6C833510F404}" dt="2026-01-10T04:43:36.625" v="443" actId="26606"/>
          <ac:spMkLst>
            <pc:docMk/>
            <pc:sldMk cId="816509379" sldId="268"/>
            <ac:spMk id="27" creationId="{53CF6D67-C5A8-4ADD-9E8E-1E38CA1D3166}"/>
          </ac:spMkLst>
        </pc:spChg>
        <pc:spChg chg="add">
          <ac:chgData name="Khadija Mahamadou Issoufou" userId="35be1cdd0b6f4893" providerId="LiveId" clId="{515DFE5C-2F5D-436B-8833-6C833510F404}" dt="2026-01-10T04:43:36.625" v="443" actId="26606"/>
          <ac:spMkLst>
            <pc:docMk/>
            <pc:sldMk cId="816509379" sldId="268"/>
            <ac:spMk id="29" creationId="{86909FA0-B515-4681-B7A8-FA281D133B94}"/>
          </ac:spMkLst>
        </pc:spChg>
        <pc:spChg chg="add">
          <ac:chgData name="Khadija Mahamadou Issoufou" userId="35be1cdd0b6f4893" providerId="LiveId" clId="{515DFE5C-2F5D-436B-8833-6C833510F404}" dt="2026-01-10T04:43:36.625" v="443" actId="26606"/>
          <ac:spMkLst>
            <pc:docMk/>
            <pc:sldMk cId="816509379" sldId="268"/>
            <ac:spMk id="31" creationId="{21C9FE86-FCC3-4A31-AA1C-C882262B7FE7}"/>
          </ac:spMkLst>
        </pc:spChg>
        <pc:spChg chg="add">
          <ac:chgData name="Khadija Mahamadou Issoufou" userId="35be1cdd0b6f4893" providerId="LiveId" clId="{515DFE5C-2F5D-436B-8833-6C833510F404}" dt="2026-01-10T04:43:36.625" v="443" actId="26606"/>
          <ac:spMkLst>
            <pc:docMk/>
            <pc:sldMk cId="816509379" sldId="268"/>
            <ac:spMk id="33" creationId="{7D96243B-ECED-4B71-8E06-AE9A285EAD20}"/>
          </ac:spMkLst>
        </pc:spChg>
      </pc:sldChg>
      <pc:sldChg chg="addSp delSp modSp new mod ord setBg modNotesTx">
        <pc:chgData name="Khadija Mahamadou Issoufou" userId="35be1cdd0b6f4893" providerId="LiveId" clId="{515DFE5C-2F5D-436B-8833-6C833510F404}" dt="2026-01-10T04:48:35.821" v="531"/>
        <pc:sldMkLst>
          <pc:docMk/>
          <pc:sldMk cId="2675173866" sldId="269"/>
        </pc:sldMkLst>
        <pc:spChg chg="mod">
          <ac:chgData name="Khadija Mahamadou Issoufou" userId="35be1cdd0b6f4893" providerId="LiveId" clId="{515DFE5C-2F5D-436B-8833-6C833510F404}" dt="2026-01-10T04:42:28.876" v="386" actId="20577"/>
          <ac:spMkLst>
            <pc:docMk/>
            <pc:sldMk cId="2675173866" sldId="269"/>
            <ac:spMk id="2" creationId="{0EDBB44E-293F-22BF-974D-86BCD55C56A3}"/>
          </ac:spMkLst>
        </pc:spChg>
        <pc:spChg chg="del">
          <ac:chgData name="Khadija Mahamadou Issoufou" userId="35be1cdd0b6f4893" providerId="LiveId" clId="{515DFE5C-2F5D-436B-8833-6C833510F404}" dt="2026-01-10T04:09:50.155" v="95"/>
          <ac:spMkLst>
            <pc:docMk/>
            <pc:sldMk cId="2675173866" sldId="269"/>
            <ac:spMk id="3" creationId="{6F543170-B05C-A6C0-D95F-AD9F93355AEB}"/>
          </ac:spMkLst>
        </pc:spChg>
        <pc:spChg chg="add del mod">
          <ac:chgData name="Khadija Mahamadou Issoufou" userId="35be1cdd0b6f4893" providerId="LiveId" clId="{515DFE5C-2F5D-436B-8833-6C833510F404}" dt="2026-01-10T04:15:01.270" v="203" actId="26606"/>
          <ac:spMkLst>
            <pc:docMk/>
            <pc:sldMk cId="2675173866" sldId="269"/>
            <ac:spMk id="4" creationId="{1B90A282-8AC4-16DF-C4E4-029731C4E343}"/>
          </ac:spMkLst>
        </pc:spChg>
        <pc:spChg chg="add del">
          <ac:chgData name="Khadija Mahamadou Issoufou" userId="35be1cdd0b6f4893" providerId="LiveId" clId="{515DFE5C-2F5D-436B-8833-6C833510F404}" dt="2026-01-10T04:15:01.270" v="203" actId="26606"/>
          <ac:spMkLst>
            <pc:docMk/>
            <pc:sldMk cId="2675173866" sldId="269"/>
            <ac:spMk id="9" creationId="{09588DA8-065E-4F6F-8EFD-43104AB2E0CF}"/>
          </ac:spMkLst>
        </pc:spChg>
        <pc:spChg chg="add">
          <ac:chgData name="Khadija Mahamadou Issoufou" userId="35be1cdd0b6f4893" providerId="LiveId" clId="{515DFE5C-2F5D-436B-8833-6C833510F404}" dt="2026-01-10T04:15:01.170" v="202" actId="26606"/>
          <ac:spMkLst>
            <pc:docMk/>
            <pc:sldMk cId="2675173866" sldId="269"/>
            <ac:spMk id="11" creationId="{C4285719-470E-454C-AF62-8323075F1F5B}"/>
          </ac:spMkLst>
        </pc:spChg>
        <pc:spChg chg="add del">
          <ac:chgData name="Khadija Mahamadou Issoufou" userId="35be1cdd0b6f4893" providerId="LiveId" clId="{515DFE5C-2F5D-436B-8833-6C833510F404}" dt="2026-01-10T04:15:01.270" v="203" actId="26606"/>
          <ac:spMkLst>
            <pc:docMk/>
            <pc:sldMk cId="2675173866" sldId="269"/>
            <ac:spMk id="13" creationId="{CD9FE4EF-C4D8-49A0-B2FF-81D8DB7D8A24}"/>
          </ac:spMkLst>
        </pc:spChg>
        <pc:spChg chg="add del">
          <ac:chgData name="Khadija Mahamadou Issoufou" userId="35be1cdd0b6f4893" providerId="LiveId" clId="{515DFE5C-2F5D-436B-8833-6C833510F404}" dt="2026-01-10T04:14:54.102" v="201" actId="26606"/>
          <ac:spMkLst>
            <pc:docMk/>
            <pc:sldMk cId="2675173866" sldId="269"/>
            <ac:spMk id="15" creationId="{4300840D-0A0B-4512-BACA-B439D5B9C57C}"/>
          </ac:spMkLst>
        </pc:spChg>
        <pc:spChg chg="add">
          <ac:chgData name="Khadija Mahamadou Issoufou" userId="35be1cdd0b6f4893" providerId="LiveId" clId="{515DFE5C-2F5D-436B-8833-6C833510F404}" dt="2026-01-10T04:14:12.891" v="200" actId="26606"/>
          <ac:spMkLst>
            <pc:docMk/>
            <pc:sldMk cId="2675173866" sldId="269"/>
            <ac:spMk id="17" creationId="{D2B78728-A580-49A7-84F9-6EF6F583ADE0}"/>
          </ac:spMkLst>
        </pc:spChg>
        <pc:spChg chg="add del">
          <ac:chgData name="Khadija Mahamadou Issoufou" userId="35be1cdd0b6f4893" providerId="LiveId" clId="{515DFE5C-2F5D-436B-8833-6C833510F404}" dt="2026-01-10T04:15:01.270" v="203" actId="26606"/>
          <ac:spMkLst>
            <pc:docMk/>
            <pc:sldMk cId="2675173866" sldId="269"/>
            <ac:spMk id="19" creationId="{38FAA1A1-D861-433F-88FA-1E9D6FD31D11}"/>
          </ac:spMkLst>
        </pc:spChg>
        <pc:spChg chg="add del">
          <ac:chgData name="Khadija Mahamadou Issoufou" userId="35be1cdd0b6f4893" providerId="LiveId" clId="{515DFE5C-2F5D-436B-8833-6C833510F404}" dt="2026-01-10T04:15:01.270" v="203" actId="26606"/>
          <ac:spMkLst>
            <pc:docMk/>
            <pc:sldMk cId="2675173866" sldId="269"/>
            <ac:spMk id="21" creationId="{8D71EDA1-87BF-4D5D-AB79-F346FD19278A}"/>
          </ac:spMkLst>
        </pc:spChg>
        <pc:spChg chg="add">
          <ac:chgData name="Khadija Mahamadou Issoufou" userId="35be1cdd0b6f4893" providerId="LiveId" clId="{515DFE5C-2F5D-436B-8833-6C833510F404}" dt="2026-01-10T04:14:54.102" v="201" actId="26606"/>
          <ac:spMkLst>
            <pc:docMk/>
            <pc:sldMk cId="2675173866" sldId="269"/>
            <ac:spMk id="26" creationId="{09588DA8-065E-4F6F-8EFD-43104AB2E0CF}"/>
          </ac:spMkLst>
        </pc:spChg>
        <pc:spChg chg="add del">
          <ac:chgData name="Khadija Mahamadou Issoufou" userId="35be1cdd0b6f4893" providerId="LiveId" clId="{515DFE5C-2F5D-436B-8833-6C833510F404}" dt="2026-01-10T04:15:01.170" v="202" actId="26606"/>
          <ac:spMkLst>
            <pc:docMk/>
            <pc:sldMk cId="2675173866" sldId="269"/>
            <ac:spMk id="28" creationId="{C4285719-470E-454C-AF62-8323075F1F5B}"/>
          </ac:spMkLst>
        </pc:spChg>
        <pc:spChg chg="add del">
          <ac:chgData name="Khadija Mahamadou Issoufou" userId="35be1cdd0b6f4893" providerId="LiveId" clId="{515DFE5C-2F5D-436B-8833-6C833510F404}" dt="2026-01-10T04:15:01.170" v="202" actId="26606"/>
          <ac:spMkLst>
            <pc:docMk/>
            <pc:sldMk cId="2675173866" sldId="269"/>
            <ac:spMk id="32" creationId="{4300840D-0A0B-4512-BACA-B439D5B9C57C}"/>
          </ac:spMkLst>
        </pc:spChg>
        <pc:spChg chg="add del">
          <ac:chgData name="Khadija Mahamadou Issoufou" userId="35be1cdd0b6f4893" providerId="LiveId" clId="{515DFE5C-2F5D-436B-8833-6C833510F404}" dt="2026-01-10T04:15:01.170" v="202" actId="26606"/>
          <ac:spMkLst>
            <pc:docMk/>
            <pc:sldMk cId="2675173866" sldId="269"/>
            <ac:spMk id="34" creationId="{D2B78728-A580-49A7-84F9-6EF6F583ADE0}"/>
          </ac:spMkLst>
        </pc:spChg>
        <pc:spChg chg="del">
          <ac:chgData name="Khadija Mahamadou Issoufou" userId="35be1cdd0b6f4893" providerId="LiveId" clId="{515DFE5C-2F5D-436B-8833-6C833510F404}" dt="2026-01-10T04:15:01.170" v="202" actId="26606"/>
          <ac:spMkLst>
            <pc:docMk/>
            <pc:sldMk cId="2675173866" sldId="269"/>
            <ac:spMk id="36" creationId="{38FAA1A1-D861-433F-88FA-1E9D6FD31D11}"/>
          </ac:spMkLst>
        </pc:spChg>
        <pc:spChg chg="add">
          <ac:chgData name="Khadija Mahamadou Issoufou" userId="35be1cdd0b6f4893" providerId="LiveId" clId="{515DFE5C-2F5D-436B-8833-6C833510F404}" dt="2026-01-10T04:14:54.102" v="201" actId="26606"/>
          <ac:spMkLst>
            <pc:docMk/>
            <pc:sldMk cId="2675173866" sldId="269"/>
            <ac:spMk id="38" creationId="{8D71EDA1-87BF-4D5D-AB79-F346FD19278A}"/>
          </ac:spMkLst>
        </pc:spChg>
        <pc:spChg chg="add">
          <ac:chgData name="Khadija Mahamadou Issoufou" userId="35be1cdd0b6f4893" providerId="LiveId" clId="{515DFE5C-2F5D-436B-8833-6C833510F404}" dt="2026-01-10T04:15:01.270" v="203" actId="26606"/>
          <ac:spMkLst>
            <pc:docMk/>
            <pc:sldMk cId="2675173866" sldId="269"/>
            <ac:spMk id="40" creationId="{09588DA8-065E-4F6F-8EFD-43104AB2E0CF}"/>
          </ac:spMkLst>
        </pc:spChg>
        <pc:spChg chg="add">
          <ac:chgData name="Khadija Mahamadou Issoufou" userId="35be1cdd0b6f4893" providerId="LiveId" clId="{515DFE5C-2F5D-436B-8833-6C833510F404}" dt="2026-01-10T04:15:01.270" v="203" actId="26606"/>
          <ac:spMkLst>
            <pc:docMk/>
            <pc:sldMk cId="2675173866" sldId="269"/>
            <ac:spMk id="41" creationId="{C4285719-470E-454C-AF62-8323075F1F5B}"/>
          </ac:spMkLst>
        </pc:spChg>
        <pc:spChg chg="add">
          <ac:chgData name="Khadija Mahamadou Issoufou" userId="35be1cdd0b6f4893" providerId="LiveId" clId="{515DFE5C-2F5D-436B-8833-6C833510F404}" dt="2026-01-10T04:15:01.270" v="203" actId="26606"/>
          <ac:spMkLst>
            <pc:docMk/>
            <pc:sldMk cId="2675173866" sldId="269"/>
            <ac:spMk id="42" creationId="{CD9FE4EF-C4D8-49A0-B2FF-81D8DB7D8A24}"/>
          </ac:spMkLst>
        </pc:spChg>
        <pc:spChg chg="add">
          <ac:chgData name="Khadija Mahamadou Issoufou" userId="35be1cdd0b6f4893" providerId="LiveId" clId="{515DFE5C-2F5D-436B-8833-6C833510F404}" dt="2026-01-10T04:15:01.270" v="203" actId="26606"/>
          <ac:spMkLst>
            <pc:docMk/>
            <pc:sldMk cId="2675173866" sldId="269"/>
            <ac:spMk id="43" creationId="{4300840D-0A0B-4512-BACA-B439D5B9C57C}"/>
          </ac:spMkLst>
        </pc:spChg>
        <pc:spChg chg="add">
          <ac:chgData name="Khadija Mahamadou Issoufou" userId="35be1cdd0b6f4893" providerId="LiveId" clId="{515DFE5C-2F5D-436B-8833-6C833510F404}" dt="2026-01-10T04:15:01.270" v="203" actId="26606"/>
          <ac:spMkLst>
            <pc:docMk/>
            <pc:sldMk cId="2675173866" sldId="269"/>
            <ac:spMk id="46" creationId="{8D71EDA1-87BF-4D5D-AB79-F346FD19278A}"/>
          </ac:spMkLst>
        </pc:spChg>
      </pc:sldChg>
      <pc:sldChg chg="addSp delSp modSp new mod setBg addAnim delAnim">
        <pc:chgData name="Khadija Mahamadou Issoufou" userId="35be1cdd0b6f4893" providerId="LiveId" clId="{515DFE5C-2F5D-436B-8833-6C833510F404}" dt="2026-01-10T04:44:26.712" v="449" actId="26606"/>
        <pc:sldMkLst>
          <pc:docMk/>
          <pc:sldMk cId="4176090708" sldId="270"/>
        </pc:sldMkLst>
        <pc:spChg chg="mod">
          <ac:chgData name="Khadija Mahamadou Issoufou" userId="35be1cdd0b6f4893" providerId="LiveId" clId="{515DFE5C-2F5D-436B-8833-6C833510F404}" dt="2026-01-10T04:44:26.712" v="449" actId="26606"/>
          <ac:spMkLst>
            <pc:docMk/>
            <pc:sldMk cId="4176090708" sldId="270"/>
            <ac:spMk id="2" creationId="{FF2C7BD1-8201-C13E-69DF-8A45F8D29321}"/>
          </ac:spMkLst>
        </pc:spChg>
        <pc:spChg chg="del">
          <ac:chgData name="Khadija Mahamadou Issoufou" userId="35be1cdd0b6f4893" providerId="LiveId" clId="{515DFE5C-2F5D-436B-8833-6C833510F404}" dt="2026-01-10T04:34:02.616" v="275" actId="931"/>
          <ac:spMkLst>
            <pc:docMk/>
            <pc:sldMk cId="4176090708" sldId="270"/>
            <ac:spMk id="3" creationId="{1FB97637-C280-BB40-FF69-BDEFC6D13968}"/>
          </ac:spMkLst>
        </pc:spChg>
        <pc:spChg chg="add mod">
          <ac:chgData name="Khadija Mahamadou Issoufou" userId="35be1cdd0b6f4893" providerId="LiveId" clId="{515DFE5C-2F5D-436B-8833-6C833510F404}" dt="2026-01-10T04:44:26.712" v="449" actId="26606"/>
          <ac:spMkLst>
            <pc:docMk/>
            <pc:sldMk cId="4176090708" sldId="270"/>
            <ac:spMk id="6" creationId="{5CAA5D71-46EC-297E-7E44-A35FB3B1AE8C}"/>
          </ac:spMkLst>
        </pc:spChg>
        <pc:spChg chg="add del">
          <ac:chgData name="Khadija Mahamadou Issoufou" userId="35be1cdd0b6f4893" providerId="LiveId" clId="{515DFE5C-2F5D-436B-8833-6C833510F404}" dt="2026-01-10T04:42:06.656" v="378" actId="26606"/>
          <ac:spMkLst>
            <pc:docMk/>
            <pc:sldMk cId="4176090708" sldId="270"/>
            <ac:spMk id="8" creationId="{A8384FB5-9ADC-4DDC-881B-597D56F5B15D}"/>
          </ac:spMkLst>
        </pc:spChg>
        <pc:spChg chg="add del">
          <ac:chgData name="Khadija Mahamadou Issoufou" userId="35be1cdd0b6f4893" providerId="LiveId" clId="{515DFE5C-2F5D-436B-8833-6C833510F404}" dt="2026-01-10T04:42:06.656" v="378" actId="26606"/>
          <ac:spMkLst>
            <pc:docMk/>
            <pc:sldMk cId="4176090708" sldId="270"/>
            <ac:spMk id="9" creationId="{91E5A9A7-95C6-4F4F-B00E-C82E07FE62EF}"/>
          </ac:spMkLst>
        </pc:spChg>
        <pc:spChg chg="add del">
          <ac:chgData name="Khadija Mahamadou Issoufou" userId="35be1cdd0b6f4893" providerId="LiveId" clId="{515DFE5C-2F5D-436B-8833-6C833510F404}" dt="2026-01-10T04:39:55.220" v="342" actId="26606"/>
          <ac:spMkLst>
            <pc:docMk/>
            <pc:sldMk cId="4176090708" sldId="270"/>
            <ac:spMk id="11" creationId="{3A397E3E-B90C-4D82-BAAA-36F7AC6A4565}"/>
          </ac:spMkLst>
        </pc:spChg>
        <pc:spChg chg="add del">
          <ac:chgData name="Khadija Mahamadou Issoufou" userId="35be1cdd0b6f4893" providerId="LiveId" clId="{515DFE5C-2F5D-436B-8833-6C833510F404}" dt="2026-01-10T04:42:06.656" v="378" actId="26606"/>
          <ac:spMkLst>
            <pc:docMk/>
            <pc:sldMk cId="4176090708" sldId="270"/>
            <ac:spMk id="15" creationId="{D07DD2DE-F619-49DD-B5E7-03A290FF4ED1}"/>
          </ac:spMkLst>
        </pc:spChg>
        <pc:spChg chg="add del">
          <ac:chgData name="Khadija Mahamadou Issoufou" userId="35be1cdd0b6f4893" providerId="LiveId" clId="{515DFE5C-2F5D-436B-8833-6C833510F404}" dt="2026-01-10T04:42:06.656" v="378" actId="26606"/>
          <ac:spMkLst>
            <pc:docMk/>
            <pc:sldMk cId="4176090708" sldId="270"/>
            <ac:spMk id="17" creationId="{85149191-5F60-4A28-AAFF-039F96B0F3EC}"/>
          </ac:spMkLst>
        </pc:spChg>
        <pc:spChg chg="add del">
          <ac:chgData name="Khadija Mahamadou Issoufou" userId="35be1cdd0b6f4893" providerId="LiveId" clId="{515DFE5C-2F5D-436B-8833-6C833510F404}" dt="2026-01-10T04:42:06.656" v="378" actId="26606"/>
          <ac:spMkLst>
            <pc:docMk/>
            <pc:sldMk cId="4176090708" sldId="270"/>
            <ac:spMk id="19" creationId="{F8260ED5-17F7-4158-B241-D51DD4CF1B7E}"/>
          </ac:spMkLst>
        </pc:spChg>
        <pc:spChg chg="add del">
          <ac:chgData name="Khadija Mahamadou Issoufou" userId="35be1cdd0b6f4893" providerId="LiveId" clId="{515DFE5C-2F5D-436B-8833-6C833510F404}" dt="2026-01-10T04:44:07.898" v="444" actId="26606"/>
          <ac:spMkLst>
            <pc:docMk/>
            <pc:sldMk cId="4176090708" sldId="270"/>
            <ac:spMk id="22" creationId="{A4E37431-20F0-4DD6-84A9-ED2B644943A2}"/>
          </ac:spMkLst>
        </pc:spChg>
        <pc:spChg chg="add del">
          <ac:chgData name="Khadija Mahamadou Issoufou" userId="35be1cdd0b6f4893" providerId="LiveId" clId="{515DFE5C-2F5D-436B-8833-6C833510F404}" dt="2026-01-10T04:44:07.898" v="444" actId="26606"/>
          <ac:spMkLst>
            <pc:docMk/>
            <pc:sldMk cId="4176090708" sldId="270"/>
            <ac:spMk id="23" creationId="{0AE98B72-66C6-4AB4-AF0D-BA830DE86393}"/>
          </ac:spMkLst>
        </pc:spChg>
        <pc:spChg chg="add del">
          <ac:chgData name="Khadija Mahamadou Issoufou" userId="35be1cdd0b6f4893" providerId="LiveId" clId="{515DFE5C-2F5D-436B-8833-6C833510F404}" dt="2026-01-10T04:44:07.898" v="444" actId="26606"/>
          <ac:spMkLst>
            <pc:docMk/>
            <pc:sldMk cId="4176090708" sldId="270"/>
            <ac:spMk id="24" creationId="{407EAFC6-733F-403D-BB4D-05A3A28742F1}"/>
          </ac:spMkLst>
        </pc:spChg>
        <pc:spChg chg="add del">
          <ac:chgData name="Khadija Mahamadou Issoufou" userId="35be1cdd0b6f4893" providerId="LiveId" clId="{515DFE5C-2F5D-436B-8833-6C833510F404}" dt="2026-01-10T04:39:55.220" v="342" actId="26606"/>
          <ac:spMkLst>
            <pc:docMk/>
            <pc:sldMk cId="4176090708" sldId="270"/>
            <ac:spMk id="25" creationId="{90A7F83A-9728-4030-8E45-9ECF1ABCCC12}"/>
          </ac:spMkLst>
        </pc:spChg>
        <pc:spChg chg="add del">
          <ac:chgData name="Khadija Mahamadou Issoufou" userId="35be1cdd0b6f4893" providerId="LiveId" clId="{515DFE5C-2F5D-436B-8833-6C833510F404}" dt="2026-01-10T04:44:07.898" v="444" actId="26606"/>
          <ac:spMkLst>
            <pc:docMk/>
            <pc:sldMk cId="4176090708" sldId="270"/>
            <ac:spMk id="26" creationId="{17A36730-4CB0-4F61-AD11-A44C9765833F}"/>
          </ac:spMkLst>
        </pc:spChg>
        <pc:spChg chg="add del">
          <ac:chgData name="Khadija Mahamadou Issoufou" userId="35be1cdd0b6f4893" providerId="LiveId" clId="{515DFE5C-2F5D-436B-8833-6C833510F404}" dt="2026-01-10T04:39:55.220" v="342" actId="26606"/>
          <ac:spMkLst>
            <pc:docMk/>
            <pc:sldMk cId="4176090708" sldId="270"/>
            <ac:spMk id="27" creationId="{A2B5CBEA-F125-49B6-8335-227C325B112B}"/>
          </ac:spMkLst>
        </pc:spChg>
        <pc:spChg chg="add del">
          <ac:chgData name="Khadija Mahamadou Issoufou" userId="35be1cdd0b6f4893" providerId="LiveId" clId="{515DFE5C-2F5D-436B-8833-6C833510F404}" dt="2026-01-10T04:44:07.898" v="444" actId="26606"/>
          <ac:spMkLst>
            <pc:docMk/>
            <pc:sldMk cId="4176090708" sldId="270"/>
            <ac:spMk id="28" creationId="{C69C79E1-F916-4929-A4F3-DE763D4BFA57}"/>
          </ac:spMkLst>
        </pc:spChg>
        <pc:spChg chg="add del">
          <ac:chgData name="Khadija Mahamadou Issoufou" userId="35be1cdd0b6f4893" providerId="LiveId" clId="{515DFE5C-2F5D-436B-8833-6C833510F404}" dt="2026-01-10T04:39:55.220" v="342" actId="26606"/>
          <ac:spMkLst>
            <pc:docMk/>
            <pc:sldMk cId="4176090708" sldId="270"/>
            <ac:spMk id="29" creationId="{FEA9761C-7BB2-45E5-A5DB-A0B35362454A}"/>
          </ac:spMkLst>
        </pc:spChg>
        <pc:spChg chg="add del">
          <ac:chgData name="Khadija Mahamadou Issoufou" userId="35be1cdd0b6f4893" providerId="LiveId" clId="{515DFE5C-2F5D-436B-8833-6C833510F404}" dt="2026-01-10T04:44:07.898" v="444" actId="26606"/>
          <ac:spMkLst>
            <pc:docMk/>
            <pc:sldMk cId="4176090708" sldId="270"/>
            <ac:spMk id="30" creationId="{767334AB-16BD-4EC7-8C6B-4B5171600933}"/>
          </ac:spMkLst>
        </pc:spChg>
        <pc:spChg chg="add del">
          <ac:chgData name="Khadija Mahamadou Issoufou" userId="35be1cdd0b6f4893" providerId="LiveId" clId="{515DFE5C-2F5D-436B-8833-6C833510F404}" dt="2026-01-10T04:39:55.220" v="342" actId="26606"/>
          <ac:spMkLst>
            <pc:docMk/>
            <pc:sldMk cId="4176090708" sldId="270"/>
            <ac:spMk id="31" creationId="{4D1A5E71-B6B6-486A-8CDC-C7ABD9B903F6}"/>
          </ac:spMkLst>
        </pc:spChg>
        <pc:spChg chg="add del">
          <ac:chgData name="Khadija Mahamadou Issoufou" userId="35be1cdd0b6f4893" providerId="LiveId" clId="{515DFE5C-2F5D-436B-8833-6C833510F404}" dt="2026-01-10T04:44:26.712" v="449" actId="26606"/>
          <ac:spMkLst>
            <pc:docMk/>
            <pc:sldMk cId="4176090708" sldId="270"/>
            <ac:spMk id="32" creationId="{A4E37431-20F0-4DD6-84A9-ED2B644943A2}"/>
          </ac:spMkLst>
        </pc:spChg>
        <pc:spChg chg="add del">
          <ac:chgData name="Khadija Mahamadou Issoufou" userId="35be1cdd0b6f4893" providerId="LiveId" clId="{515DFE5C-2F5D-436B-8833-6C833510F404}" dt="2026-01-10T04:39:55.220" v="342" actId="26606"/>
          <ac:spMkLst>
            <pc:docMk/>
            <pc:sldMk cId="4176090708" sldId="270"/>
            <ac:spMk id="33" creationId="{8E44D629-6B8E-4D88-A77E-149C0ED03498}"/>
          </ac:spMkLst>
        </pc:spChg>
        <pc:spChg chg="add del">
          <ac:chgData name="Khadija Mahamadou Issoufou" userId="35be1cdd0b6f4893" providerId="LiveId" clId="{515DFE5C-2F5D-436B-8833-6C833510F404}" dt="2026-01-10T04:44:26.712" v="449" actId="26606"/>
          <ac:spMkLst>
            <pc:docMk/>
            <pc:sldMk cId="4176090708" sldId="270"/>
            <ac:spMk id="37" creationId="{0AE98B72-66C6-4AB4-AF0D-BA830DE86393}"/>
          </ac:spMkLst>
        </pc:spChg>
        <pc:spChg chg="add">
          <ac:chgData name="Khadija Mahamadou Issoufou" userId="35be1cdd0b6f4893" providerId="LiveId" clId="{515DFE5C-2F5D-436B-8833-6C833510F404}" dt="2026-01-10T04:44:26.712" v="449" actId="26606"/>
          <ac:spMkLst>
            <pc:docMk/>
            <pc:sldMk cId="4176090708" sldId="270"/>
            <ac:spMk id="39" creationId="{407EAFC6-733F-403D-BB4D-05A3A28742F1}"/>
          </ac:spMkLst>
        </pc:spChg>
        <pc:spChg chg="add del">
          <ac:chgData name="Khadija Mahamadou Issoufou" userId="35be1cdd0b6f4893" providerId="LiveId" clId="{515DFE5C-2F5D-436B-8833-6C833510F404}" dt="2026-01-10T04:44:26.712" v="449" actId="26606"/>
          <ac:spMkLst>
            <pc:docMk/>
            <pc:sldMk cId="4176090708" sldId="270"/>
            <ac:spMk id="41" creationId="{17A36730-4CB0-4F61-AD11-A44C9765833F}"/>
          </ac:spMkLst>
        </pc:spChg>
        <pc:spChg chg="add">
          <ac:chgData name="Khadija Mahamadou Issoufou" userId="35be1cdd0b6f4893" providerId="LiveId" clId="{515DFE5C-2F5D-436B-8833-6C833510F404}" dt="2026-01-10T04:44:26.712" v="449" actId="26606"/>
          <ac:spMkLst>
            <pc:docMk/>
            <pc:sldMk cId="4176090708" sldId="270"/>
            <ac:spMk id="43" creationId="{C69C79E1-F916-4929-A4F3-DE763D4BFA57}"/>
          </ac:spMkLst>
        </pc:spChg>
        <pc:spChg chg="add del">
          <ac:chgData name="Khadija Mahamadou Issoufou" userId="35be1cdd0b6f4893" providerId="LiveId" clId="{515DFE5C-2F5D-436B-8833-6C833510F404}" dt="2026-01-10T04:44:23.393" v="447" actId="26606"/>
          <ac:spMkLst>
            <pc:docMk/>
            <pc:sldMk cId="4176090708" sldId="270"/>
            <ac:spMk id="45" creationId="{767334AB-16BD-4EC7-8C6B-4B5171600933}"/>
          </ac:spMkLst>
        </pc:spChg>
        <pc:spChg chg="add del">
          <ac:chgData name="Khadija Mahamadou Issoufou" userId="35be1cdd0b6f4893" providerId="LiveId" clId="{515DFE5C-2F5D-436B-8833-6C833510F404}" dt="2026-01-10T04:44:26.712" v="449" actId="26606"/>
          <ac:spMkLst>
            <pc:docMk/>
            <pc:sldMk cId="4176090708" sldId="270"/>
            <ac:spMk id="50" creationId="{3A397E3E-B90C-4D82-BAAA-36F7AC6A4565}"/>
          </ac:spMkLst>
        </pc:spChg>
        <pc:spChg chg="add del">
          <ac:chgData name="Khadija Mahamadou Issoufou" userId="35be1cdd0b6f4893" providerId="LiveId" clId="{515DFE5C-2F5D-436B-8833-6C833510F404}" dt="2026-01-10T04:44:26.712" v="449" actId="26606"/>
          <ac:spMkLst>
            <pc:docMk/>
            <pc:sldMk cId="4176090708" sldId="270"/>
            <ac:spMk id="64" creationId="{90A7F83A-9728-4030-8E45-9ECF1ABCCC12}"/>
          </ac:spMkLst>
        </pc:spChg>
        <pc:spChg chg="add del">
          <ac:chgData name="Khadija Mahamadou Issoufou" userId="35be1cdd0b6f4893" providerId="LiveId" clId="{515DFE5C-2F5D-436B-8833-6C833510F404}" dt="2026-01-10T04:44:26.712" v="449" actId="26606"/>
          <ac:spMkLst>
            <pc:docMk/>
            <pc:sldMk cId="4176090708" sldId="270"/>
            <ac:spMk id="68" creationId="{FEA9761C-7BB2-45E5-A5DB-A0B35362454A}"/>
          </ac:spMkLst>
        </pc:spChg>
        <pc:spChg chg="add">
          <ac:chgData name="Khadija Mahamadou Issoufou" userId="35be1cdd0b6f4893" providerId="LiveId" clId="{515DFE5C-2F5D-436B-8833-6C833510F404}" dt="2026-01-10T04:44:23.393" v="447" actId="26606"/>
          <ac:spMkLst>
            <pc:docMk/>
            <pc:sldMk cId="4176090708" sldId="270"/>
            <ac:spMk id="70" creationId="{4D1A5E71-B6B6-486A-8CDC-C7ABD9B903F6}"/>
          </ac:spMkLst>
        </pc:spChg>
        <pc:spChg chg="add">
          <ac:chgData name="Khadija Mahamadou Issoufou" userId="35be1cdd0b6f4893" providerId="LiveId" clId="{515DFE5C-2F5D-436B-8833-6C833510F404}" dt="2026-01-10T04:44:23.393" v="447" actId="26606"/>
          <ac:spMkLst>
            <pc:docMk/>
            <pc:sldMk cId="4176090708" sldId="270"/>
            <ac:spMk id="72" creationId="{8E44D629-6B8E-4D88-A77E-149C0ED03498}"/>
          </ac:spMkLst>
        </pc:spChg>
        <pc:grpChg chg="add">
          <ac:chgData name="Khadija Mahamadou Issoufou" userId="35be1cdd0b6f4893" providerId="LiveId" clId="{515DFE5C-2F5D-436B-8833-6C833510F404}" dt="2026-01-10T04:36:15.124" v="340" actId="26606"/>
          <ac:grpSpMkLst>
            <pc:docMk/>
            <pc:sldMk cId="4176090708" sldId="270"/>
            <ac:grpSpMk id="21" creationId="{5499343D-E927-41D0-B997-E44A300C68D8}"/>
          </ac:grpSpMkLst>
        </pc:grpChg>
        <pc:grpChg chg="del">
          <ac:chgData name="Khadija Mahamadou Issoufou" userId="35be1cdd0b6f4893" providerId="LiveId" clId="{515DFE5C-2F5D-436B-8833-6C833510F404}" dt="2026-01-10T04:39:55.220" v="342" actId="26606"/>
          <ac:grpSpMkLst>
            <pc:docMk/>
            <pc:sldMk cId="4176090708" sldId="270"/>
            <ac:grpSpMk id="35" creationId="{FB9739EB-7F66-433D-841F-AB3CD18700B7}"/>
          </ac:grpSpMkLst>
        </pc:grpChg>
        <pc:picChg chg="add mod ord">
          <ac:chgData name="Khadija Mahamadou Issoufou" userId="35be1cdd0b6f4893" providerId="LiveId" clId="{515DFE5C-2F5D-436B-8833-6C833510F404}" dt="2026-01-10T04:42:06.687" v="379" actId="26606"/>
          <ac:picMkLst>
            <pc:docMk/>
            <pc:sldMk cId="4176090708" sldId="270"/>
            <ac:picMk id="5" creationId="{0D5877CB-D987-F989-A6E3-8161B477B25F}"/>
          </ac:picMkLst>
        </pc:picChg>
      </pc:sldChg>
      <pc:sldChg chg="addSp delSp modSp new mod ord setBg">
        <pc:chgData name="Khadija Mahamadou Issoufou" userId="35be1cdd0b6f4893" providerId="LiveId" clId="{515DFE5C-2F5D-436B-8833-6C833510F404}" dt="2026-01-10T09:03:32.949" v="807" actId="20577"/>
        <pc:sldMkLst>
          <pc:docMk/>
          <pc:sldMk cId="2738642824" sldId="271"/>
        </pc:sldMkLst>
        <pc:spChg chg="mod">
          <ac:chgData name="Khadija Mahamadou Issoufou" userId="35be1cdd0b6f4893" providerId="LiveId" clId="{515DFE5C-2F5D-436B-8833-6C833510F404}" dt="2026-01-10T04:51:21.492" v="636" actId="14100"/>
          <ac:spMkLst>
            <pc:docMk/>
            <pc:sldMk cId="2738642824" sldId="271"/>
            <ac:spMk id="2" creationId="{E16674BE-C593-71D7-8373-623799D38F6E}"/>
          </ac:spMkLst>
        </pc:spChg>
        <pc:spChg chg="del">
          <ac:chgData name="Khadija Mahamadou Issoufou" userId="35be1cdd0b6f4893" providerId="LiveId" clId="{515DFE5C-2F5D-436B-8833-6C833510F404}" dt="2026-01-10T04:47:23.470" v="496"/>
          <ac:spMkLst>
            <pc:docMk/>
            <pc:sldMk cId="2738642824" sldId="271"/>
            <ac:spMk id="3" creationId="{8665D1C5-C31E-EED1-5AB3-E6E56E7895EE}"/>
          </ac:spMkLst>
        </pc:spChg>
        <pc:spChg chg="add del mod">
          <ac:chgData name="Khadija Mahamadou Issoufou" userId="35be1cdd0b6f4893" providerId="LiveId" clId="{515DFE5C-2F5D-436B-8833-6C833510F404}" dt="2026-01-10T04:51:46.135" v="638" actId="26606"/>
          <ac:spMkLst>
            <pc:docMk/>
            <pc:sldMk cId="2738642824" sldId="271"/>
            <ac:spMk id="4" creationId="{5AB8E8EB-C6B6-A9C5-0F5A-E0E27FF6C5D9}"/>
          </ac:spMkLst>
        </pc:spChg>
        <pc:spChg chg="add del">
          <ac:chgData name="Khadija Mahamadou Issoufou" userId="35be1cdd0b6f4893" providerId="LiveId" clId="{515DFE5C-2F5D-436B-8833-6C833510F404}" dt="2026-01-10T04:51:10.731" v="634" actId="26606"/>
          <ac:spMkLst>
            <pc:docMk/>
            <pc:sldMk cId="2738642824" sldId="271"/>
            <ac:spMk id="6" creationId="{09588DA8-065E-4F6F-8EFD-43104AB2E0CF}"/>
          </ac:spMkLst>
        </pc:spChg>
        <pc:spChg chg="add del">
          <ac:chgData name="Khadija Mahamadou Issoufou" userId="35be1cdd0b6f4893" providerId="LiveId" clId="{515DFE5C-2F5D-436B-8833-6C833510F404}" dt="2026-01-10T04:51:10.731" v="634" actId="26606"/>
          <ac:spMkLst>
            <pc:docMk/>
            <pc:sldMk cId="2738642824" sldId="271"/>
            <ac:spMk id="7" creationId="{C4285719-470E-454C-AF62-8323075F1F5B}"/>
          </ac:spMkLst>
        </pc:spChg>
        <pc:spChg chg="add del">
          <ac:chgData name="Khadija Mahamadou Issoufou" userId="35be1cdd0b6f4893" providerId="LiveId" clId="{515DFE5C-2F5D-436B-8833-6C833510F404}" dt="2026-01-10T04:51:10.731" v="634" actId="26606"/>
          <ac:spMkLst>
            <pc:docMk/>
            <pc:sldMk cId="2738642824" sldId="271"/>
            <ac:spMk id="8" creationId="{CD9FE4EF-C4D8-49A0-B2FF-81D8DB7D8A24}"/>
          </ac:spMkLst>
        </pc:spChg>
        <pc:spChg chg="add del">
          <ac:chgData name="Khadija Mahamadou Issoufou" userId="35be1cdd0b6f4893" providerId="LiveId" clId="{515DFE5C-2F5D-436B-8833-6C833510F404}" dt="2026-01-10T04:49:10.285" v="533" actId="26606"/>
          <ac:spMkLst>
            <pc:docMk/>
            <pc:sldMk cId="2738642824" sldId="271"/>
            <ac:spMk id="9" creationId="{5112AC23-F046-4DC5-9B92-07CA6CC7C580}"/>
          </ac:spMkLst>
        </pc:spChg>
        <pc:spChg chg="add del">
          <ac:chgData name="Khadija Mahamadou Issoufou" userId="35be1cdd0b6f4893" providerId="LiveId" clId="{515DFE5C-2F5D-436B-8833-6C833510F404}" dt="2026-01-10T04:51:10.731" v="634" actId="26606"/>
          <ac:spMkLst>
            <pc:docMk/>
            <pc:sldMk cId="2738642824" sldId="271"/>
            <ac:spMk id="10" creationId="{4300840D-0A0B-4512-BACA-B439D5B9C57C}"/>
          </ac:spMkLst>
        </pc:spChg>
        <pc:spChg chg="add del">
          <ac:chgData name="Khadija Mahamadou Issoufou" userId="35be1cdd0b6f4893" providerId="LiveId" clId="{515DFE5C-2F5D-436B-8833-6C833510F404}" dt="2026-01-10T04:49:10.285" v="533" actId="26606"/>
          <ac:spMkLst>
            <pc:docMk/>
            <pc:sldMk cId="2738642824" sldId="271"/>
            <ac:spMk id="11" creationId="{175AAFE7-143D-45AC-B616-09521E0F5597}"/>
          </ac:spMkLst>
        </pc:spChg>
        <pc:spChg chg="add del">
          <ac:chgData name="Khadija Mahamadou Issoufou" userId="35be1cdd0b6f4893" providerId="LiveId" clId="{515DFE5C-2F5D-436B-8833-6C833510F404}" dt="2026-01-10T04:49:10.285" v="533" actId="26606"/>
          <ac:spMkLst>
            <pc:docMk/>
            <pc:sldMk cId="2738642824" sldId="271"/>
            <ac:spMk id="13" creationId="{0BA5DB72-E109-4D37-B6DD-C328D539705B}"/>
          </ac:spMkLst>
        </pc:spChg>
        <pc:spChg chg="add del">
          <ac:chgData name="Khadija Mahamadou Issoufou" userId="35be1cdd0b6f4893" providerId="LiveId" clId="{515DFE5C-2F5D-436B-8833-6C833510F404}" dt="2026-01-10T04:51:10.731" v="634" actId="26606"/>
          <ac:spMkLst>
            <pc:docMk/>
            <pc:sldMk cId="2738642824" sldId="271"/>
            <ac:spMk id="17" creationId="{D2B78728-A580-49A7-84F9-6EF6F583ADE0}"/>
          </ac:spMkLst>
        </pc:spChg>
        <pc:spChg chg="add del">
          <ac:chgData name="Khadija Mahamadou Issoufou" userId="35be1cdd0b6f4893" providerId="LiveId" clId="{515DFE5C-2F5D-436B-8833-6C833510F404}" dt="2026-01-10T04:51:10.731" v="634" actId="26606"/>
          <ac:spMkLst>
            <pc:docMk/>
            <pc:sldMk cId="2738642824" sldId="271"/>
            <ac:spMk id="19" creationId="{38FAA1A1-D861-433F-88FA-1E9D6FD31D11}"/>
          </ac:spMkLst>
        </pc:spChg>
        <pc:spChg chg="add del">
          <ac:chgData name="Khadija Mahamadou Issoufou" userId="35be1cdd0b6f4893" providerId="LiveId" clId="{515DFE5C-2F5D-436B-8833-6C833510F404}" dt="2026-01-10T04:51:10.731" v="634" actId="26606"/>
          <ac:spMkLst>
            <pc:docMk/>
            <pc:sldMk cId="2738642824" sldId="271"/>
            <ac:spMk id="21" creationId="{8D71EDA1-87BF-4D5D-AB79-F346FD19278A}"/>
          </ac:spMkLst>
        </pc:spChg>
        <pc:spChg chg="add del">
          <ac:chgData name="Khadija Mahamadou Issoufou" userId="35be1cdd0b6f4893" providerId="LiveId" clId="{515DFE5C-2F5D-436B-8833-6C833510F404}" dt="2026-01-10T04:49:10.285" v="533" actId="26606"/>
          <ac:spMkLst>
            <pc:docMk/>
            <pc:sldMk cId="2738642824" sldId="271"/>
            <ac:spMk id="23" creationId="{EB2D1A1F-B200-4444-AE01-EFC97AF7B51F}"/>
          </ac:spMkLst>
        </pc:spChg>
        <pc:spChg chg="add del">
          <ac:chgData name="Khadija Mahamadou Issoufou" userId="35be1cdd0b6f4893" providerId="LiveId" clId="{515DFE5C-2F5D-436B-8833-6C833510F404}" dt="2026-01-10T04:49:10.285" v="533" actId="26606"/>
          <ac:spMkLst>
            <pc:docMk/>
            <pc:sldMk cId="2738642824" sldId="271"/>
            <ac:spMk id="37" creationId="{C8D9C5DD-B8B3-46A0-8FBC-EE462F96C4E5}"/>
          </ac:spMkLst>
        </pc:spChg>
        <pc:grpChg chg="add del">
          <ac:chgData name="Khadija Mahamadou Issoufou" userId="35be1cdd0b6f4893" providerId="LiveId" clId="{515DFE5C-2F5D-436B-8833-6C833510F404}" dt="2026-01-10T04:49:10.285" v="533" actId="26606"/>
          <ac:grpSpMkLst>
            <pc:docMk/>
            <pc:sldMk cId="2738642824" sldId="271"/>
            <ac:grpSpMk id="15" creationId="{7C34EE77-74D1-42B4-801B-40B35A68C127}"/>
          </ac:grpSpMkLst>
        </pc:grpChg>
        <pc:grpChg chg="add del">
          <ac:chgData name="Khadija Mahamadou Issoufou" userId="35be1cdd0b6f4893" providerId="LiveId" clId="{515DFE5C-2F5D-436B-8833-6C833510F404}" dt="2026-01-10T04:49:10.285" v="533" actId="26606"/>
          <ac:grpSpMkLst>
            <pc:docMk/>
            <pc:sldMk cId="2738642824" sldId="271"/>
            <ac:grpSpMk id="25" creationId="{70E4CB9D-2256-4786-8DDF-ADFBF3533745}"/>
          </ac:grpSpMkLst>
        </pc:grpChg>
        <pc:grpChg chg="add del">
          <ac:chgData name="Khadija Mahamadou Issoufou" userId="35be1cdd0b6f4893" providerId="LiveId" clId="{515DFE5C-2F5D-436B-8833-6C833510F404}" dt="2026-01-10T04:49:10.285" v="533" actId="26606"/>
          <ac:grpSpMkLst>
            <pc:docMk/>
            <pc:sldMk cId="2738642824" sldId="271"/>
            <ac:grpSpMk id="31" creationId="{568E6F37-AE05-46BF-A77F-5505926E92C6}"/>
          </ac:grpSpMkLst>
        </pc:grpChg>
        <pc:graphicFrameChg chg="add modGraphic">
          <ac:chgData name="Khadija Mahamadou Issoufou" userId="35be1cdd0b6f4893" providerId="LiveId" clId="{515DFE5C-2F5D-436B-8833-6C833510F404}" dt="2026-01-10T09:03:32.949" v="807" actId="20577"/>
          <ac:graphicFrameMkLst>
            <pc:docMk/>
            <pc:sldMk cId="2738642824" sldId="271"/>
            <ac:graphicFrameMk id="24" creationId="{DE2A12DE-2F17-2325-1B39-3079521A1297}"/>
          </ac:graphicFrameMkLst>
        </pc:graphicFrameChg>
      </pc:sldChg>
      <pc:sldChg chg="addSp delSp modSp new mod setBg addAnim">
        <pc:chgData name="Khadija Mahamadou Issoufou" userId="35be1cdd0b6f4893" providerId="LiveId" clId="{515DFE5C-2F5D-436B-8833-6C833510F404}" dt="2026-01-10T04:59:18.934" v="714" actId="26606"/>
        <pc:sldMkLst>
          <pc:docMk/>
          <pc:sldMk cId="1428811382" sldId="272"/>
        </pc:sldMkLst>
        <pc:spChg chg="mod">
          <ac:chgData name="Khadija Mahamadou Issoufou" userId="35be1cdd0b6f4893" providerId="LiveId" clId="{515DFE5C-2F5D-436B-8833-6C833510F404}" dt="2026-01-10T04:59:18.934" v="714" actId="26606"/>
          <ac:spMkLst>
            <pc:docMk/>
            <pc:sldMk cId="1428811382" sldId="272"/>
            <ac:spMk id="2" creationId="{8C268A0C-6D4C-3F3C-4544-7D3B21825DC2}"/>
          </ac:spMkLst>
        </pc:spChg>
        <pc:spChg chg="mod">
          <ac:chgData name="Khadija Mahamadou Issoufou" userId="35be1cdd0b6f4893" providerId="LiveId" clId="{515DFE5C-2F5D-436B-8833-6C833510F404}" dt="2026-01-10T04:59:18.934" v="714" actId="26606"/>
          <ac:spMkLst>
            <pc:docMk/>
            <pc:sldMk cId="1428811382" sldId="272"/>
            <ac:spMk id="3" creationId="{B5053F72-7487-074D-3A6B-55D1B59E614B}"/>
          </ac:spMkLst>
        </pc:spChg>
        <pc:spChg chg="add del">
          <ac:chgData name="Khadija Mahamadou Issoufou" userId="35be1cdd0b6f4893" providerId="LiveId" clId="{515DFE5C-2F5D-436B-8833-6C833510F404}" dt="2026-01-10T04:59:18.934" v="714" actId="26606"/>
          <ac:spMkLst>
            <pc:docMk/>
            <pc:sldMk cId="1428811382" sldId="272"/>
            <ac:spMk id="8" creationId="{09588DA8-065E-4F6F-8EFD-43104AB2E0CF}"/>
          </ac:spMkLst>
        </pc:spChg>
        <pc:spChg chg="add">
          <ac:chgData name="Khadija Mahamadou Issoufou" userId="35be1cdd0b6f4893" providerId="LiveId" clId="{515DFE5C-2F5D-436B-8833-6C833510F404}" dt="2026-01-10T04:59:09.532" v="711" actId="26606"/>
          <ac:spMkLst>
            <pc:docMk/>
            <pc:sldMk cId="1428811382" sldId="272"/>
            <ac:spMk id="10" creationId="{C4285719-470E-454C-AF62-8323075F1F5B}"/>
          </ac:spMkLst>
        </pc:spChg>
        <pc:spChg chg="add del">
          <ac:chgData name="Khadija Mahamadou Issoufou" userId="35be1cdd0b6f4893" providerId="LiveId" clId="{515DFE5C-2F5D-436B-8833-6C833510F404}" dt="2026-01-10T04:59:18.934" v="714" actId="26606"/>
          <ac:spMkLst>
            <pc:docMk/>
            <pc:sldMk cId="1428811382" sldId="272"/>
            <ac:spMk id="12" creationId="{CD9FE4EF-C4D8-49A0-B2FF-81D8DB7D8A24}"/>
          </ac:spMkLst>
        </pc:spChg>
        <pc:spChg chg="add del">
          <ac:chgData name="Khadija Mahamadou Issoufou" userId="35be1cdd0b6f4893" providerId="LiveId" clId="{515DFE5C-2F5D-436B-8833-6C833510F404}" dt="2026-01-10T04:59:18.934" v="714" actId="26606"/>
          <ac:spMkLst>
            <pc:docMk/>
            <pc:sldMk cId="1428811382" sldId="272"/>
            <ac:spMk id="14" creationId="{4300840D-0A0B-4512-BACA-B439D5B9C57C}"/>
          </ac:spMkLst>
        </pc:spChg>
        <pc:spChg chg="add">
          <ac:chgData name="Khadija Mahamadou Issoufou" userId="35be1cdd0b6f4893" providerId="LiveId" clId="{515DFE5C-2F5D-436B-8833-6C833510F404}" dt="2026-01-10T04:59:09.532" v="711" actId="26606"/>
          <ac:spMkLst>
            <pc:docMk/>
            <pc:sldMk cId="1428811382" sldId="272"/>
            <ac:spMk id="16" creationId="{D2B78728-A580-49A7-84F9-6EF6F583ADE0}"/>
          </ac:spMkLst>
        </pc:spChg>
        <pc:spChg chg="add">
          <ac:chgData name="Khadija Mahamadou Issoufou" userId="35be1cdd0b6f4893" providerId="LiveId" clId="{515DFE5C-2F5D-436B-8833-6C833510F404}" dt="2026-01-10T04:59:09.532" v="711" actId="26606"/>
          <ac:spMkLst>
            <pc:docMk/>
            <pc:sldMk cId="1428811382" sldId="272"/>
            <ac:spMk id="18" creationId="{38FAA1A1-D861-433F-88FA-1E9D6FD31D11}"/>
          </ac:spMkLst>
        </pc:spChg>
        <pc:spChg chg="add del">
          <ac:chgData name="Khadija Mahamadou Issoufou" userId="35be1cdd0b6f4893" providerId="LiveId" clId="{515DFE5C-2F5D-436B-8833-6C833510F404}" dt="2026-01-10T04:59:18.934" v="714" actId="26606"/>
          <ac:spMkLst>
            <pc:docMk/>
            <pc:sldMk cId="1428811382" sldId="272"/>
            <ac:spMk id="20" creationId="{8D71EDA1-87BF-4D5D-AB79-F346FD19278A}"/>
          </ac:spMkLst>
        </pc:spChg>
        <pc:spChg chg="add">
          <ac:chgData name="Khadija Mahamadou Issoufou" userId="35be1cdd0b6f4893" providerId="LiveId" clId="{515DFE5C-2F5D-436B-8833-6C833510F404}" dt="2026-01-10T04:59:18.934" v="714" actId="26606"/>
          <ac:spMkLst>
            <pc:docMk/>
            <pc:sldMk cId="1428811382" sldId="272"/>
            <ac:spMk id="25" creationId="{6F5A5072-7B47-4D32-B52A-4EBBF590B8A5}"/>
          </ac:spMkLst>
        </pc:spChg>
        <pc:spChg chg="add">
          <ac:chgData name="Khadija Mahamadou Issoufou" userId="35be1cdd0b6f4893" providerId="LiveId" clId="{515DFE5C-2F5D-436B-8833-6C833510F404}" dt="2026-01-10T04:59:18.934" v="714" actId="26606"/>
          <ac:spMkLst>
            <pc:docMk/>
            <pc:sldMk cId="1428811382" sldId="272"/>
            <ac:spMk id="27" creationId="{9715DAF0-AE1B-46C9-8A6B-DB2AA05AB91D}"/>
          </ac:spMkLst>
        </pc:spChg>
        <pc:spChg chg="add">
          <ac:chgData name="Khadija Mahamadou Issoufou" userId="35be1cdd0b6f4893" providerId="LiveId" clId="{515DFE5C-2F5D-436B-8833-6C833510F404}" dt="2026-01-10T04:59:18.934" v="714" actId="26606"/>
          <ac:spMkLst>
            <pc:docMk/>
            <pc:sldMk cId="1428811382" sldId="272"/>
            <ac:spMk id="31" creationId="{AFF4A713-7B75-4B21-90D7-5AB19547C728}"/>
          </ac:spMkLst>
        </pc:spChg>
        <pc:spChg chg="add">
          <ac:chgData name="Khadija Mahamadou Issoufou" userId="35be1cdd0b6f4893" providerId="LiveId" clId="{515DFE5C-2F5D-436B-8833-6C833510F404}" dt="2026-01-10T04:59:18.934" v="714" actId="26606"/>
          <ac:spMkLst>
            <pc:docMk/>
            <pc:sldMk cId="1428811382" sldId="272"/>
            <ac:spMk id="35" creationId="{C29501E6-A978-4A61-9689-9085AF97A53A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D3651BB-DF6D-42DC-BCFC-1B3343A775B6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F9FDFFE-B445-46E8-99C5-4A10179ED839}">
      <dgm:prSet/>
      <dgm:spPr/>
      <dgm:t>
        <a:bodyPr/>
        <a:lstStyle/>
        <a:p>
          <a:r>
            <a:rPr lang="fr-FR" b="1" i="0" baseline="0"/>
            <a:t>Analyse Statique du Catalogue</a:t>
          </a:r>
          <a:endParaRPr lang="en-US"/>
        </a:p>
      </dgm:t>
    </dgm:pt>
    <dgm:pt modelId="{C94F7B61-CD7B-4EF7-8ED6-EFDDF97BFC87}" type="parTrans" cxnId="{33FB1AAC-15DC-49B7-9303-A90CC54401E9}">
      <dgm:prSet/>
      <dgm:spPr/>
      <dgm:t>
        <a:bodyPr/>
        <a:lstStyle/>
        <a:p>
          <a:endParaRPr lang="en-US"/>
        </a:p>
      </dgm:t>
    </dgm:pt>
    <dgm:pt modelId="{DF2B4344-9911-4923-B6FE-A5CE37C11683}" type="sibTrans" cxnId="{33FB1AAC-15DC-49B7-9303-A90CC54401E9}">
      <dgm:prSet/>
      <dgm:spPr/>
      <dgm:t>
        <a:bodyPr/>
        <a:lstStyle/>
        <a:p>
          <a:endParaRPr lang="en-US"/>
        </a:p>
      </dgm:t>
    </dgm:pt>
    <dgm:pt modelId="{9E2AFE5D-9C38-4CA9-9010-44841166143A}">
      <dgm:prSet/>
      <dgm:spPr/>
      <dgm:t>
        <a:bodyPr/>
        <a:lstStyle/>
        <a:p>
          <a:r>
            <a:rPr lang="fr-FR" b="0" i="1" baseline="0" dirty="0"/>
            <a:t>Structure (Films vs Séries), Ciblage (Ratings) et Formats (Durée).</a:t>
          </a:r>
          <a:endParaRPr lang="en-US" dirty="0"/>
        </a:p>
      </dgm:t>
    </dgm:pt>
    <dgm:pt modelId="{072C1B88-18F6-4422-A679-192DA874F91A}" type="parTrans" cxnId="{83CC3948-87D2-4C0C-B00D-3D78101AC4B2}">
      <dgm:prSet/>
      <dgm:spPr/>
      <dgm:t>
        <a:bodyPr/>
        <a:lstStyle/>
        <a:p>
          <a:endParaRPr lang="en-US"/>
        </a:p>
      </dgm:t>
    </dgm:pt>
    <dgm:pt modelId="{2FB9D8B5-67AD-4BAF-AE45-BD2881807DC9}" type="sibTrans" cxnId="{83CC3948-87D2-4C0C-B00D-3D78101AC4B2}">
      <dgm:prSet/>
      <dgm:spPr/>
      <dgm:t>
        <a:bodyPr/>
        <a:lstStyle/>
        <a:p>
          <a:endParaRPr lang="en-US"/>
        </a:p>
      </dgm:t>
    </dgm:pt>
    <dgm:pt modelId="{9BEE7E54-C34F-4380-B035-0C95F5A16E1C}">
      <dgm:prSet/>
      <dgm:spPr/>
      <dgm:t>
        <a:bodyPr/>
        <a:lstStyle/>
        <a:p>
          <a:r>
            <a:rPr lang="fr-FR" b="1" i="0" baseline="0" dirty="0"/>
            <a:t>Analyse Dynamique</a:t>
          </a:r>
          <a:endParaRPr lang="en-US" dirty="0"/>
        </a:p>
      </dgm:t>
    </dgm:pt>
    <dgm:pt modelId="{D18875EA-EE38-40A1-A8FA-4BAE83BE1697}" type="parTrans" cxnId="{9B867EB9-DEB8-49BC-A436-E0FCF257B1B2}">
      <dgm:prSet/>
      <dgm:spPr/>
      <dgm:t>
        <a:bodyPr/>
        <a:lstStyle/>
        <a:p>
          <a:endParaRPr lang="en-US"/>
        </a:p>
      </dgm:t>
    </dgm:pt>
    <dgm:pt modelId="{7389CA91-D4B8-44F4-8EF9-6B9C44D0D968}" type="sibTrans" cxnId="{9B867EB9-DEB8-49BC-A436-E0FCF257B1B2}">
      <dgm:prSet/>
      <dgm:spPr/>
      <dgm:t>
        <a:bodyPr/>
        <a:lstStyle/>
        <a:p>
          <a:endParaRPr lang="en-US"/>
        </a:p>
      </dgm:t>
    </dgm:pt>
    <dgm:pt modelId="{C24A4C87-A1C4-4591-AB92-F69D670635F4}">
      <dgm:prSet/>
      <dgm:spPr/>
      <dgm:t>
        <a:bodyPr/>
        <a:lstStyle/>
        <a:p>
          <a:r>
            <a:rPr lang="fr-FR" b="0" i="1" baseline="0" dirty="0"/>
            <a:t>Visualisée via une application </a:t>
          </a:r>
          <a:r>
            <a:rPr lang="fr-FR" b="0" i="1" baseline="0" dirty="0" err="1"/>
            <a:t>streamlit</a:t>
          </a:r>
          <a:r>
            <a:rPr lang="fr-FR" b="0" i="1" baseline="0" dirty="0"/>
            <a:t> </a:t>
          </a:r>
          <a:endParaRPr lang="en-US" dirty="0"/>
        </a:p>
      </dgm:t>
    </dgm:pt>
    <dgm:pt modelId="{727A947B-FDEC-45E8-923B-F1E71B5E8429}" type="parTrans" cxnId="{9DEE0D18-EF2D-430E-863E-DAEBA69936B2}">
      <dgm:prSet/>
      <dgm:spPr/>
      <dgm:t>
        <a:bodyPr/>
        <a:lstStyle/>
        <a:p>
          <a:endParaRPr lang="en-US"/>
        </a:p>
      </dgm:t>
    </dgm:pt>
    <dgm:pt modelId="{62F2EF34-605A-4791-96BE-C08EE84611BD}" type="sibTrans" cxnId="{9DEE0D18-EF2D-430E-863E-DAEBA69936B2}">
      <dgm:prSet/>
      <dgm:spPr/>
      <dgm:t>
        <a:bodyPr/>
        <a:lstStyle/>
        <a:p>
          <a:endParaRPr lang="en-US"/>
        </a:p>
      </dgm:t>
    </dgm:pt>
    <dgm:pt modelId="{BE763A5E-4B3A-4ED0-9DD1-5BCA1B78EFD5}">
      <dgm:prSet/>
      <dgm:spPr/>
      <dgm:t>
        <a:bodyPr/>
        <a:lstStyle/>
        <a:p>
          <a:r>
            <a:rPr lang="fr-FR" b="1" i="0" baseline="0"/>
            <a:t>Conclusion et Synthèse</a:t>
          </a:r>
          <a:endParaRPr lang="en-US"/>
        </a:p>
      </dgm:t>
    </dgm:pt>
    <dgm:pt modelId="{D156D826-A69B-447D-BC0D-CE250988B44A}" type="parTrans" cxnId="{0E39071E-9693-49A7-90FC-403198CA091D}">
      <dgm:prSet/>
      <dgm:spPr/>
      <dgm:t>
        <a:bodyPr/>
        <a:lstStyle/>
        <a:p>
          <a:endParaRPr lang="en-US"/>
        </a:p>
      </dgm:t>
    </dgm:pt>
    <dgm:pt modelId="{8D4E0E0C-1EFA-451E-B675-2BD716C04069}" type="sibTrans" cxnId="{0E39071E-9693-49A7-90FC-403198CA091D}">
      <dgm:prSet/>
      <dgm:spPr/>
      <dgm:t>
        <a:bodyPr/>
        <a:lstStyle/>
        <a:p>
          <a:endParaRPr lang="en-US"/>
        </a:p>
      </dgm:t>
    </dgm:pt>
    <dgm:pt modelId="{70CE58BF-E39F-47FB-BC9B-D90989C7A954}">
      <dgm:prSet/>
      <dgm:spPr/>
      <dgm:t>
        <a:bodyPr/>
        <a:lstStyle/>
        <a:p>
          <a:r>
            <a:rPr lang="fr-FR" b="0" i="1" baseline="0" dirty="0"/>
            <a:t>Les enseignements clés de l'étude.</a:t>
          </a:r>
          <a:endParaRPr lang="en-US" dirty="0"/>
        </a:p>
      </dgm:t>
    </dgm:pt>
    <dgm:pt modelId="{C91EF217-113A-49F3-9D98-72FFC06D6295}" type="parTrans" cxnId="{210ABA25-FE71-47BC-B1BF-487EAA400CD7}">
      <dgm:prSet/>
      <dgm:spPr/>
      <dgm:t>
        <a:bodyPr/>
        <a:lstStyle/>
        <a:p>
          <a:endParaRPr lang="en-US"/>
        </a:p>
      </dgm:t>
    </dgm:pt>
    <dgm:pt modelId="{8A441A20-B92A-4F5F-93BA-8F5BC99F43D0}" type="sibTrans" cxnId="{210ABA25-FE71-47BC-B1BF-487EAA400CD7}">
      <dgm:prSet/>
      <dgm:spPr/>
      <dgm:t>
        <a:bodyPr/>
        <a:lstStyle/>
        <a:p>
          <a:endParaRPr lang="en-US"/>
        </a:p>
      </dgm:t>
    </dgm:pt>
    <dgm:pt modelId="{838AD9C0-4797-4609-B69E-3C9A7942A973}" type="pres">
      <dgm:prSet presAssocID="{CD3651BB-DF6D-42DC-BCFC-1B3343A775B6}" presName="vert0" presStyleCnt="0">
        <dgm:presLayoutVars>
          <dgm:dir/>
          <dgm:animOne val="branch"/>
          <dgm:animLvl val="lvl"/>
        </dgm:presLayoutVars>
      </dgm:prSet>
      <dgm:spPr/>
    </dgm:pt>
    <dgm:pt modelId="{F119461F-39F3-4C34-9C2B-68EF0D5553A1}" type="pres">
      <dgm:prSet presAssocID="{EF9FDFFE-B445-46E8-99C5-4A10179ED839}" presName="thickLine" presStyleLbl="alignNode1" presStyleIdx="0" presStyleCnt="6"/>
      <dgm:spPr/>
    </dgm:pt>
    <dgm:pt modelId="{376BBB0B-E6FC-48DF-99CD-2786B14FF897}" type="pres">
      <dgm:prSet presAssocID="{EF9FDFFE-B445-46E8-99C5-4A10179ED839}" presName="horz1" presStyleCnt="0"/>
      <dgm:spPr/>
    </dgm:pt>
    <dgm:pt modelId="{61F5DE1D-F74F-4FD4-9FB7-B4E2E55F3676}" type="pres">
      <dgm:prSet presAssocID="{EF9FDFFE-B445-46E8-99C5-4A10179ED839}" presName="tx1" presStyleLbl="revTx" presStyleIdx="0" presStyleCnt="6"/>
      <dgm:spPr/>
    </dgm:pt>
    <dgm:pt modelId="{E98DE6E8-A506-434F-8CC3-2E79DD2E1278}" type="pres">
      <dgm:prSet presAssocID="{EF9FDFFE-B445-46E8-99C5-4A10179ED839}" presName="vert1" presStyleCnt="0"/>
      <dgm:spPr/>
    </dgm:pt>
    <dgm:pt modelId="{59E0431D-8B1A-486E-822F-482570220F6C}" type="pres">
      <dgm:prSet presAssocID="{9E2AFE5D-9C38-4CA9-9010-44841166143A}" presName="thickLine" presStyleLbl="alignNode1" presStyleIdx="1" presStyleCnt="6"/>
      <dgm:spPr/>
    </dgm:pt>
    <dgm:pt modelId="{62B17A59-4B67-4827-8DF4-63B2A45097F5}" type="pres">
      <dgm:prSet presAssocID="{9E2AFE5D-9C38-4CA9-9010-44841166143A}" presName="horz1" presStyleCnt="0"/>
      <dgm:spPr/>
    </dgm:pt>
    <dgm:pt modelId="{4E44D703-7C1F-409E-8463-28B1BDA7BDA0}" type="pres">
      <dgm:prSet presAssocID="{9E2AFE5D-9C38-4CA9-9010-44841166143A}" presName="tx1" presStyleLbl="revTx" presStyleIdx="1" presStyleCnt="6"/>
      <dgm:spPr/>
    </dgm:pt>
    <dgm:pt modelId="{8FA2F9B5-CCFB-4C9E-BBE8-18796EF9FC6A}" type="pres">
      <dgm:prSet presAssocID="{9E2AFE5D-9C38-4CA9-9010-44841166143A}" presName="vert1" presStyleCnt="0"/>
      <dgm:spPr/>
    </dgm:pt>
    <dgm:pt modelId="{28E8F520-9603-4D0A-A94A-C5DAFBE6B478}" type="pres">
      <dgm:prSet presAssocID="{9BEE7E54-C34F-4380-B035-0C95F5A16E1C}" presName="thickLine" presStyleLbl="alignNode1" presStyleIdx="2" presStyleCnt="6"/>
      <dgm:spPr/>
    </dgm:pt>
    <dgm:pt modelId="{4E86B057-32B6-4BE2-8F7E-3A1AD280B54E}" type="pres">
      <dgm:prSet presAssocID="{9BEE7E54-C34F-4380-B035-0C95F5A16E1C}" presName="horz1" presStyleCnt="0"/>
      <dgm:spPr/>
    </dgm:pt>
    <dgm:pt modelId="{47F72FB4-6B8E-41B4-809A-56EE88623CD0}" type="pres">
      <dgm:prSet presAssocID="{9BEE7E54-C34F-4380-B035-0C95F5A16E1C}" presName="tx1" presStyleLbl="revTx" presStyleIdx="2" presStyleCnt="6"/>
      <dgm:spPr/>
    </dgm:pt>
    <dgm:pt modelId="{CBCC6BD3-F57D-4FA2-B944-DD69E167E3CF}" type="pres">
      <dgm:prSet presAssocID="{9BEE7E54-C34F-4380-B035-0C95F5A16E1C}" presName="vert1" presStyleCnt="0"/>
      <dgm:spPr/>
    </dgm:pt>
    <dgm:pt modelId="{3BBA9374-EB83-4623-B8AF-FD38D9A8D197}" type="pres">
      <dgm:prSet presAssocID="{C24A4C87-A1C4-4591-AB92-F69D670635F4}" presName="thickLine" presStyleLbl="alignNode1" presStyleIdx="3" presStyleCnt="6"/>
      <dgm:spPr/>
    </dgm:pt>
    <dgm:pt modelId="{837C5E54-98C2-4311-A48A-C440C72C936D}" type="pres">
      <dgm:prSet presAssocID="{C24A4C87-A1C4-4591-AB92-F69D670635F4}" presName="horz1" presStyleCnt="0"/>
      <dgm:spPr/>
    </dgm:pt>
    <dgm:pt modelId="{D7C21F29-0F5B-4F77-B512-010FBB0FBC49}" type="pres">
      <dgm:prSet presAssocID="{C24A4C87-A1C4-4591-AB92-F69D670635F4}" presName="tx1" presStyleLbl="revTx" presStyleIdx="3" presStyleCnt="6"/>
      <dgm:spPr/>
    </dgm:pt>
    <dgm:pt modelId="{B848470E-B3C0-49E3-ACE3-CE4CA4C9A902}" type="pres">
      <dgm:prSet presAssocID="{C24A4C87-A1C4-4591-AB92-F69D670635F4}" presName="vert1" presStyleCnt="0"/>
      <dgm:spPr/>
    </dgm:pt>
    <dgm:pt modelId="{67DDACDB-6369-4FFD-91EF-3B313875B257}" type="pres">
      <dgm:prSet presAssocID="{BE763A5E-4B3A-4ED0-9DD1-5BCA1B78EFD5}" presName="thickLine" presStyleLbl="alignNode1" presStyleIdx="4" presStyleCnt="6"/>
      <dgm:spPr/>
    </dgm:pt>
    <dgm:pt modelId="{4213CED9-2DAB-43FC-9C7A-E15E5FA6061C}" type="pres">
      <dgm:prSet presAssocID="{BE763A5E-4B3A-4ED0-9DD1-5BCA1B78EFD5}" presName="horz1" presStyleCnt="0"/>
      <dgm:spPr/>
    </dgm:pt>
    <dgm:pt modelId="{EA0E52BC-743F-4C53-9FC5-BBEDA1896C44}" type="pres">
      <dgm:prSet presAssocID="{BE763A5E-4B3A-4ED0-9DD1-5BCA1B78EFD5}" presName="tx1" presStyleLbl="revTx" presStyleIdx="4" presStyleCnt="6"/>
      <dgm:spPr/>
    </dgm:pt>
    <dgm:pt modelId="{01F8D8B7-D583-4D06-824F-287FD48A8F59}" type="pres">
      <dgm:prSet presAssocID="{BE763A5E-4B3A-4ED0-9DD1-5BCA1B78EFD5}" presName="vert1" presStyleCnt="0"/>
      <dgm:spPr/>
    </dgm:pt>
    <dgm:pt modelId="{38C03FC7-5385-402E-ACE5-FD17A1E300ED}" type="pres">
      <dgm:prSet presAssocID="{70CE58BF-E39F-47FB-BC9B-D90989C7A954}" presName="thickLine" presStyleLbl="alignNode1" presStyleIdx="5" presStyleCnt="6"/>
      <dgm:spPr/>
    </dgm:pt>
    <dgm:pt modelId="{96D5F6B2-F318-4C3B-BDB5-64374C7A3000}" type="pres">
      <dgm:prSet presAssocID="{70CE58BF-E39F-47FB-BC9B-D90989C7A954}" presName="horz1" presStyleCnt="0"/>
      <dgm:spPr/>
    </dgm:pt>
    <dgm:pt modelId="{69CB186E-8A6A-4FA7-AE78-F740D3669EAE}" type="pres">
      <dgm:prSet presAssocID="{70CE58BF-E39F-47FB-BC9B-D90989C7A954}" presName="tx1" presStyleLbl="revTx" presStyleIdx="5" presStyleCnt="6"/>
      <dgm:spPr/>
    </dgm:pt>
    <dgm:pt modelId="{801FB766-3453-475E-86B3-1B702BB0806C}" type="pres">
      <dgm:prSet presAssocID="{70CE58BF-E39F-47FB-BC9B-D90989C7A954}" presName="vert1" presStyleCnt="0"/>
      <dgm:spPr/>
    </dgm:pt>
  </dgm:ptLst>
  <dgm:cxnLst>
    <dgm:cxn modelId="{9DEE0D18-EF2D-430E-863E-DAEBA69936B2}" srcId="{CD3651BB-DF6D-42DC-BCFC-1B3343A775B6}" destId="{C24A4C87-A1C4-4591-AB92-F69D670635F4}" srcOrd="3" destOrd="0" parTransId="{727A947B-FDEC-45E8-923B-F1E71B5E8429}" sibTransId="{62F2EF34-605A-4791-96BE-C08EE84611BD}"/>
    <dgm:cxn modelId="{0E39071E-9693-49A7-90FC-403198CA091D}" srcId="{CD3651BB-DF6D-42DC-BCFC-1B3343A775B6}" destId="{BE763A5E-4B3A-4ED0-9DD1-5BCA1B78EFD5}" srcOrd="4" destOrd="0" parTransId="{D156D826-A69B-447D-BC0D-CE250988B44A}" sibTransId="{8D4E0E0C-1EFA-451E-B675-2BD716C04069}"/>
    <dgm:cxn modelId="{210ABA25-FE71-47BC-B1BF-487EAA400CD7}" srcId="{CD3651BB-DF6D-42DC-BCFC-1B3343A775B6}" destId="{70CE58BF-E39F-47FB-BC9B-D90989C7A954}" srcOrd="5" destOrd="0" parTransId="{C91EF217-113A-49F3-9D98-72FFC06D6295}" sibTransId="{8A441A20-B92A-4F5F-93BA-8F5BC99F43D0}"/>
    <dgm:cxn modelId="{6A1D322A-34A6-4F79-A827-6EEACAF03CE3}" type="presOf" srcId="{70CE58BF-E39F-47FB-BC9B-D90989C7A954}" destId="{69CB186E-8A6A-4FA7-AE78-F740D3669EAE}" srcOrd="0" destOrd="0" presId="urn:microsoft.com/office/officeart/2008/layout/LinedList"/>
    <dgm:cxn modelId="{F2548132-A528-4928-AAFA-1020EE30C39E}" type="presOf" srcId="{BE763A5E-4B3A-4ED0-9DD1-5BCA1B78EFD5}" destId="{EA0E52BC-743F-4C53-9FC5-BBEDA1896C44}" srcOrd="0" destOrd="0" presId="urn:microsoft.com/office/officeart/2008/layout/LinedList"/>
    <dgm:cxn modelId="{F0A9DC46-9394-4FA9-B5FE-D196E8977D80}" type="presOf" srcId="{C24A4C87-A1C4-4591-AB92-F69D670635F4}" destId="{D7C21F29-0F5B-4F77-B512-010FBB0FBC49}" srcOrd="0" destOrd="0" presId="urn:microsoft.com/office/officeart/2008/layout/LinedList"/>
    <dgm:cxn modelId="{83CC3948-87D2-4C0C-B00D-3D78101AC4B2}" srcId="{CD3651BB-DF6D-42DC-BCFC-1B3343A775B6}" destId="{9E2AFE5D-9C38-4CA9-9010-44841166143A}" srcOrd="1" destOrd="0" parTransId="{072C1B88-18F6-4422-A679-192DA874F91A}" sibTransId="{2FB9D8B5-67AD-4BAF-AE45-BD2881807DC9}"/>
    <dgm:cxn modelId="{B047154A-E572-43E8-BD44-C726080BC3B5}" type="presOf" srcId="{9E2AFE5D-9C38-4CA9-9010-44841166143A}" destId="{4E44D703-7C1F-409E-8463-28B1BDA7BDA0}" srcOrd="0" destOrd="0" presId="urn:microsoft.com/office/officeart/2008/layout/LinedList"/>
    <dgm:cxn modelId="{8139444C-084A-49F5-AA12-4BEB60106E4F}" type="presOf" srcId="{EF9FDFFE-B445-46E8-99C5-4A10179ED839}" destId="{61F5DE1D-F74F-4FD4-9FB7-B4E2E55F3676}" srcOrd="0" destOrd="0" presId="urn:microsoft.com/office/officeart/2008/layout/LinedList"/>
    <dgm:cxn modelId="{33FB1AAC-15DC-49B7-9303-A90CC54401E9}" srcId="{CD3651BB-DF6D-42DC-BCFC-1B3343A775B6}" destId="{EF9FDFFE-B445-46E8-99C5-4A10179ED839}" srcOrd="0" destOrd="0" parTransId="{C94F7B61-CD7B-4EF7-8ED6-EFDDF97BFC87}" sibTransId="{DF2B4344-9911-4923-B6FE-A5CE37C11683}"/>
    <dgm:cxn modelId="{9B867EB9-DEB8-49BC-A436-E0FCF257B1B2}" srcId="{CD3651BB-DF6D-42DC-BCFC-1B3343A775B6}" destId="{9BEE7E54-C34F-4380-B035-0C95F5A16E1C}" srcOrd="2" destOrd="0" parTransId="{D18875EA-EE38-40A1-A8FA-4BAE83BE1697}" sibTransId="{7389CA91-D4B8-44F4-8EF9-6B9C44D0D968}"/>
    <dgm:cxn modelId="{1205B0D4-4D78-416C-B313-682E1053F416}" type="presOf" srcId="{9BEE7E54-C34F-4380-B035-0C95F5A16E1C}" destId="{47F72FB4-6B8E-41B4-809A-56EE88623CD0}" srcOrd="0" destOrd="0" presId="urn:microsoft.com/office/officeart/2008/layout/LinedList"/>
    <dgm:cxn modelId="{017818E1-91F9-4ACA-A1B3-C4DE17E0623F}" type="presOf" srcId="{CD3651BB-DF6D-42DC-BCFC-1B3343A775B6}" destId="{838AD9C0-4797-4609-B69E-3C9A7942A973}" srcOrd="0" destOrd="0" presId="urn:microsoft.com/office/officeart/2008/layout/LinedList"/>
    <dgm:cxn modelId="{ADEC78AB-A2F7-4597-8E93-9500E61254E5}" type="presParOf" srcId="{838AD9C0-4797-4609-B69E-3C9A7942A973}" destId="{F119461F-39F3-4C34-9C2B-68EF0D5553A1}" srcOrd="0" destOrd="0" presId="urn:microsoft.com/office/officeart/2008/layout/LinedList"/>
    <dgm:cxn modelId="{FA01235A-6DC9-4AF8-879C-61452A3501CF}" type="presParOf" srcId="{838AD9C0-4797-4609-B69E-3C9A7942A973}" destId="{376BBB0B-E6FC-48DF-99CD-2786B14FF897}" srcOrd="1" destOrd="0" presId="urn:microsoft.com/office/officeart/2008/layout/LinedList"/>
    <dgm:cxn modelId="{1A8DFB66-7CD2-4AA7-85A4-826D4B5BBFD3}" type="presParOf" srcId="{376BBB0B-E6FC-48DF-99CD-2786B14FF897}" destId="{61F5DE1D-F74F-4FD4-9FB7-B4E2E55F3676}" srcOrd="0" destOrd="0" presId="urn:microsoft.com/office/officeart/2008/layout/LinedList"/>
    <dgm:cxn modelId="{C0FD4162-0880-4779-B940-E41FC4EA8315}" type="presParOf" srcId="{376BBB0B-E6FC-48DF-99CD-2786B14FF897}" destId="{E98DE6E8-A506-434F-8CC3-2E79DD2E1278}" srcOrd="1" destOrd="0" presId="urn:microsoft.com/office/officeart/2008/layout/LinedList"/>
    <dgm:cxn modelId="{2C179912-3BDD-45F5-8341-25DE4ACBA246}" type="presParOf" srcId="{838AD9C0-4797-4609-B69E-3C9A7942A973}" destId="{59E0431D-8B1A-486E-822F-482570220F6C}" srcOrd="2" destOrd="0" presId="urn:microsoft.com/office/officeart/2008/layout/LinedList"/>
    <dgm:cxn modelId="{E14D18F0-2104-4FB9-B1C8-F2EB4EE9D8C6}" type="presParOf" srcId="{838AD9C0-4797-4609-B69E-3C9A7942A973}" destId="{62B17A59-4B67-4827-8DF4-63B2A45097F5}" srcOrd="3" destOrd="0" presId="urn:microsoft.com/office/officeart/2008/layout/LinedList"/>
    <dgm:cxn modelId="{E7C5BAB8-8659-4B55-A4CF-469228C0F9EA}" type="presParOf" srcId="{62B17A59-4B67-4827-8DF4-63B2A45097F5}" destId="{4E44D703-7C1F-409E-8463-28B1BDA7BDA0}" srcOrd="0" destOrd="0" presId="urn:microsoft.com/office/officeart/2008/layout/LinedList"/>
    <dgm:cxn modelId="{6F2C9FB4-D7AA-47E2-B857-AFA950792BCE}" type="presParOf" srcId="{62B17A59-4B67-4827-8DF4-63B2A45097F5}" destId="{8FA2F9B5-CCFB-4C9E-BBE8-18796EF9FC6A}" srcOrd="1" destOrd="0" presId="urn:microsoft.com/office/officeart/2008/layout/LinedList"/>
    <dgm:cxn modelId="{E6555434-C0E4-4D46-96B2-1B42A0FF9D28}" type="presParOf" srcId="{838AD9C0-4797-4609-B69E-3C9A7942A973}" destId="{28E8F520-9603-4D0A-A94A-C5DAFBE6B478}" srcOrd="4" destOrd="0" presId="urn:microsoft.com/office/officeart/2008/layout/LinedList"/>
    <dgm:cxn modelId="{2CE514BC-E307-45C6-8653-0536CB83DADF}" type="presParOf" srcId="{838AD9C0-4797-4609-B69E-3C9A7942A973}" destId="{4E86B057-32B6-4BE2-8F7E-3A1AD280B54E}" srcOrd="5" destOrd="0" presId="urn:microsoft.com/office/officeart/2008/layout/LinedList"/>
    <dgm:cxn modelId="{63A96FEC-59A6-4915-8476-2CE53F2EEFA8}" type="presParOf" srcId="{4E86B057-32B6-4BE2-8F7E-3A1AD280B54E}" destId="{47F72FB4-6B8E-41B4-809A-56EE88623CD0}" srcOrd="0" destOrd="0" presId="urn:microsoft.com/office/officeart/2008/layout/LinedList"/>
    <dgm:cxn modelId="{F43C7735-DF1B-46BA-AFF7-006B659A2389}" type="presParOf" srcId="{4E86B057-32B6-4BE2-8F7E-3A1AD280B54E}" destId="{CBCC6BD3-F57D-4FA2-B944-DD69E167E3CF}" srcOrd="1" destOrd="0" presId="urn:microsoft.com/office/officeart/2008/layout/LinedList"/>
    <dgm:cxn modelId="{7C7045C8-86D4-4FC3-929D-68C500B43936}" type="presParOf" srcId="{838AD9C0-4797-4609-B69E-3C9A7942A973}" destId="{3BBA9374-EB83-4623-B8AF-FD38D9A8D197}" srcOrd="6" destOrd="0" presId="urn:microsoft.com/office/officeart/2008/layout/LinedList"/>
    <dgm:cxn modelId="{B706E29B-A0DC-471A-8B99-EE34F988CBCE}" type="presParOf" srcId="{838AD9C0-4797-4609-B69E-3C9A7942A973}" destId="{837C5E54-98C2-4311-A48A-C440C72C936D}" srcOrd="7" destOrd="0" presId="urn:microsoft.com/office/officeart/2008/layout/LinedList"/>
    <dgm:cxn modelId="{22250EF5-9826-4B38-8FCE-4C844D452504}" type="presParOf" srcId="{837C5E54-98C2-4311-A48A-C440C72C936D}" destId="{D7C21F29-0F5B-4F77-B512-010FBB0FBC49}" srcOrd="0" destOrd="0" presId="urn:microsoft.com/office/officeart/2008/layout/LinedList"/>
    <dgm:cxn modelId="{46C19AA3-F15A-494F-AF17-05B4E35A8824}" type="presParOf" srcId="{837C5E54-98C2-4311-A48A-C440C72C936D}" destId="{B848470E-B3C0-49E3-ACE3-CE4CA4C9A902}" srcOrd="1" destOrd="0" presId="urn:microsoft.com/office/officeart/2008/layout/LinedList"/>
    <dgm:cxn modelId="{2DF02F6B-DAB1-4A70-A787-2D6BDE67D78A}" type="presParOf" srcId="{838AD9C0-4797-4609-B69E-3C9A7942A973}" destId="{67DDACDB-6369-4FFD-91EF-3B313875B257}" srcOrd="8" destOrd="0" presId="urn:microsoft.com/office/officeart/2008/layout/LinedList"/>
    <dgm:cxn modelId="{C389DD28-DBBD-4B80-81B9-112F8514077E}" type="presParOf" srcId="{838AD9C0-4797-4609-B69E-3C9A7942A973}" destId="{4213CED9-2DAB-43FC-9C7A-E15E5FA6061C}" srcOrd="9" destOrd="0" presId="urn:microsoft.com/office/officeart/2008/layout/LinedList"/>
    <dgm:cxn modelId="{D8ED50B3-FDFB-4585-B206-8BE2F594B8E2}" type="presParOf" srcId="{4213CED9-2DAB-43FC-9C7A-E15E5FA6061C}" destId="{EA0E52BC-743F-4C53-9FC5-BBEDA1896C44}" srcOrd="0" destOrd="0" presId="urn:microsoft.com/office/officeart/2008/layout/LinedList"/>
    <dgm:cxn modelId="{4507561C-2B2A-44B7-87C7-5959CB99DF47}" type="presParOf" srcId="{4213CED9-2DAB-43FC-9C7A-E15E5FA6061C}" destId="{01F8D8B7-D583-4D06-824F-287FD48A8F59}" srcOrd="1" destOrd="0" presId="urn:microsoft.com/office/officeart/2008/layout/LinedList"/>
    <dgm:cxn modelId="{8B51E01F-176A-4972-9FD6-25FF3315C81D}" type="presParOf" srcId="{838AD9C0-4797-4609-B69E-3C9A7942A973}" destId="{38C03FC7-5385-402E-ACE5-FD17A1E300ED}" srcOrd="10" destOrd="0" presId="urn:microsoft.com/office/officeart/2008/layout/LinedList"/>
    <dgm:cxn modelId="{B9D7FEEC-84E6-446B-AD7F-20ED359201A5}" type="presParOf" srcId="{838AD9C0-4797-4609-B69E-3C9A7942A973}" destId="{96D5F6B2-F318-4C3B-BDB5-64374C7A3000}" srcOrd="11" destOrd="0" presId="urn:microsoft.com/office/officeart/2008/layout/LinedList"/>
    <dgm:cxn modelId="{BA8583A9-840E-42E6-A788-CB97DA6CE8A9}" type="presParOf" srcId="{96D5F6B2-F318-4C3B-BDB5-64374C7A3000}" destId="{69CB186E-8A6A-4FA7-AE78-F740D3669EAE}" srcOrd="0" destOrd="0" presId="urn:microsoft.com/office/officeart/2008/layout/LinedList"/>
    <dgm:cxn modelId="{02E14125-9E8B-4AB2-8CE7-900C90A43E06}" type="presParOf" srcId="{96D5F6B2-F318-4C3B-BDB5-64374C7A3000}" destId="{801FB766-3453-475E-86B3-1B702BB0806C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ECB0DFE-50ED-43E8-A1CB-BDE0F9DC9748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F2068FFD-8E3B-45AC-B4AA-AB09BD0CCFEE}">
      <dgm:prSet/>
      <dgm:spPr/>
      <dgm:t>
        <a:bodyPr/>
        <a:lstStyle/>
        <a:p>
          <a:r>
            <a:rPr lang="fr-FR" b="1" i="0" baseline="0"/>
            <a:t>Périmètre des données (Source Kaggle)</a:t>
          </a:r>
          <a:endParaRPr lang="en-US"/>
        </a:p>
      </dgm:t>
    </dgm:pt>
    <dgm:pt modelId="{991EA9E6-9886-4D9D-A87F-7C0EA587E43E}" type="parTrans" cxnId="{2930E1E3-7E8C-4774-81B7-94825B85ADB2}">
      <dgm:prSet/>
      <dgm:spPr/>
      <dgm:t>
        <a:bodyPr/>
        <a:lstStyle/>
        <a:p>
          <a:endParaRPr lang="en-US"/>
        </a:p>
      </dgm:t>
    </dgm:pt>
    <dgm:pt modelId="{CCF6852C-A5B3-4C1E-A331-B633B8C80DC8}" type="sibTrans" cxnId="{2930E1E3-7E8C-4774-81B7-94825B85ADB2}">
      <dgm:prSet/>
      <dgm:spPr/>
      <dgm:t>
        <a:bodyPr/>
        <a:lstStyle/>
        <a:p>
          <a:endParaRPr lang="en-US"/>
        </a:p>
      </dgm:t>
    </dgm:pt>
    <dgm:pt modelId="{02401B09-9ABC-48A2-97F4-96E8272EB2B5}">
      <dgm:prSet/>
      <dgm:spPr/>
      <dgm:t>
        <a:bodyPr/>
        <a:lstStyle/>
        <a:p>
          <a:r>
            <a:rPr lang="fr-FR" b="0" i="0" baseline="0"/>
            <a:t>Volume : </a:t>
          </a:r>
          <a:r>
            <a:rPr lang="fr-FR" b="1" i="0" baseline="0"/>
            <a:t>8 807 titres</a:t>
          </a:r>
          <a:r>
            <a:rPr lang="fr-FR" b="0" i="0" baseline="0"/>
            <a:t> analysés.</a:t>
          </a:r>
          <a:endParaRPr lang="en-US"/>
        </a:p>
      </dgm:t>
    </dgm:pt>
    <dgm:pt modelId="{36EC913F-1B2C-4F16-97A6-24FF18F05889}" type="parTrans" cxnId="{9BF0B1A3-C5BC-4973-B378-51FACE1D59E6}">
      <dgm:prSet/>
      <dgm:spPr/>
      <dgm:t>
        <a:bodyPr/>
        <a:lstStyle/>
        <a:p>
          <a:endParaRPr lang="en-US"/>
        </a:p>
      </dgm:t>
    </dgm:pt>
    <dgm:pt modelId="{F621FFAE-1260-49B1-9A3B-55640BEA5593}" type="sibTrans" cxnId="{9BF0B1A3-C5BC-4973-B378-51FACE1D59E6}">
      <dgm:prSet/>
      <dgm:spPr/>
      <dgm:t>
        <a:bodyPr/>
        <a:lstStyle/>
        <a:p>
          <a:endParaRPr lang="en-US"/>
        </a:p>
      </dgm:t>
    </dgm:pt>
    <dgm:pt modelId="{32C8E89F-2BC0-4E94-BC1D-2DE479A022F1}">
      <dgm:prSet/>
      <dgm:spPr/>
      <dgm:t>
        <a:bodyPr/>
        <a:lstStyle/>
        <a:p>
          <a:r>
            <a:rPr lang="fr-FR" b="0" i="0" baseline="0"/>
            <a:t>Historique : Films de </a:t>
          </a:r>
          <a:r>
            <a:rPr lang="fr-FR" b="1" i="0" baseline="0"/>
            <a:t>1925</a:t>
          </a:r>
          <a:r>
            <a:rPr lang="fr-FR" b="0" i="0" baseline="0"/>
            <a:t> à 2021.</a:t>
          </a:r>
          <a:endParaRPr lang="en-US"/>
        </a:p>
      </dgm:t>
    </dgm:pt>
    <dgm:pt modelId="{7B00B4AD-5B2A-4F1D-BE04-9C7968DD7297}" type="parTrans" cxnId="{E033207A-E339-4868-A677-BE8057B99B47}">
      <dgm:prSet/>
      <dgm:spPr/>
      <dgm:t>
        <a:bodyPr/>
        <a:lstStyle/>
        <a:p>
          <a:endParaRPr lang="en-US"/>
        </a:p>
      </dgm:t>
    </dgm:pt>
    <dgm:pt modelId="{35E4776B-5228-4418-B2F3-5F83C7A5BEC7}" type="sibTrans" cxnId="{E033207A-E339-4868-A677-BE8057B99B47}">
      <dgm:prSet/>
      <dgm:spPr/>
      <dgm:t>
        <a:bodyPr/>
        <a:lstStyle/>
        <a:p>
          <a:endParaRPr lang="en-US"/>
        </a:p>
      </dgm:t>
    </dgm:pt>
    <dgm:pt modelId="{B80D12ED-52B7-49E6-859C-BD9C0F94CD94}">
      <dgm:prSet/>
      <dgm:spPr/>
      <dgm:t>
        <a:bodyPr/>
        <a:lstStyle/>
        <a:p>
          <a:r>
            <a:rPr lang="fr-FR" b="0" i="0" baseline="0"/>
            <a:t>Fenêtre d'analyse : Du premier ajout (</a:t>
          </a:r>
          <a:r>
            <a:rPr lang="fr-FR" b="1" i="0" baseline="0"/>
            <a:t>2008</a:t>
          </a:r>
          <a:r>
            <a:rPr lang="fr-FR" b="0" i="0" baseline="0"/>
            <a:t>) au </a:t>
          </a:r>
          <a:r>
            <a:rPr lang="fr-FR" b="1" i="0" baseline="0"/>
            <a:t>25 septembre 2021</a:t>
          </a:r>
          <a:r>
            <a:rPr lang="fr-FR" b="0" i="0" baseline="0"/>
            <a:t>.</a:t>
          </a:r>
          <a:endParaRPr lang="en-US"/>
        </a:p>
      </dgm:t>
    </dgm:pt>
    <dgm:pt modelId="{5CBBB614-4E63-4C98-B7FC-CEA5D3C98921}" type="parTrans" cxnId="{DBD669D6-6410-44C2-BC35-E2364C1208B5}">
      <dgm:prSet/>
      <dgm:spPr/>
      <dgm:t>
        <a:bodyPr/>
        <a:lstStyle/>
        <a:p>
          <a:endParaRPr lang="en-US"/>
        </a:p>
      </dgm:t>
    </dgm:pt>
    <dgm:pt modelId="{3B235057-7E14-47C5-A89E-E356D2A60492}" type="sibTrans" cxnId="{DBD669D6-6410-44C2-BC35-E2364C1208B5}">
      <dgm:prSet/>
      <dgm:spPr/>
      <dgm:t>
        <a:bodyPr/>
        <a:lstStyle/>
        <a:p>
          <a:endParaRPr lang="en-US"/>
        </a:p>
      </dgm:t>
    </dgm:pt>
    <dgm:pt modelId="{0DE36591-5EB7-4444-BCAA-0752CB3E878C}">
      <dgm:prSet/>
      <dgm:spPr/>
      <dgm:t>
        <a:bodyPr/>
        <a:lstStyle/>
        <a:p>
          <a:r>
            <a:rPr lang="fr-FR" b="1" i="0" baseline="0"/>
            <a:t>Objectifs de notre analyse exploratoire</a:t>
          </a:r>
          <a:endParaRPr lang="en-US"/>
        </a:p>
      </dgm:t>
    </dgm:pt>
    <dgm:pt modelId="{B97B188D-22D8-45FE-A1D6-F7A0C553AD5B}" type="parTrans" cxnId="{F9873538-D337-4D49-BAAF-9F80C27D6C6F}">
      <dgm:prSet/>
      <dgm:spPr/>
      <dgm:t>
        <a:bodyPr/>
        <a:lstStyle/>
        <a:p>
          <a:endParaRPr lang="en-US"/>
        </a:p>
      </dgm:t>
    </dgm:pt>
    <dgm:pt modelId="{6CF8C368-EB07-4F0B-9E76-1B94734BA731}" type="sibTrans" cxnId="{F9873538-D337-4D49-BAAF-9F80C27D6C6F}">
      <dgm:prSet/>
      <dgm:spPr/>
      <dgm:t>
        <a:bodyPr/>
        <a:lstStyle/>
        <a:p>
          <a:endParaRPr lang="en-US"/>
        </a:p>
      </dgm:t>
    </dgm:pt>
    <dgm:pt modelId="{27D9F072-DEFF-4982-B0C9-48FABDD4CCB7}">
      <dgm:prSet/>
      <dgm:spPr/>
      <dgm:t>
        <a:bodyPr/>
        <a:lstStyle/>
        <a:p>
          <a:r>
            <a:rPr lang="fr-FR" b="1" i="0" baseline="0"/>
            <a:t>Caractérisation :</a:t>
          </a:r>
          <a:r>
            <a:rPr lang="fr-FR" b="0" i="0" baseline="0"/>
            <a:t> Identifier la structure du catalogue (Films vs Séries, Genres, Ratings).</a:t>
          </a:r>
          <a:endParaRPr lang="en-US"/>
        </a:p>
      </dgm:t>
    </dgm:pt>
    <dgm:pt modelId="{98B9EF9B-EE6D-4FA9-B0EA-2C37531F4CEC}" type="parTrans" cxnId="{9DE2093B-A66E-42B7-A886-0446F75342A6}">
      <dgm:prSet/>
      <dgm:spPr/>
      <dgm:t>
        <a:bodyPr/>
        <a:lstStyle/>
        <a:p>
          <a:endParaRPr lang="en-US"/>
        </a:p>
      </dgm:t>
    </dgm:pt>
    <dgm:pt modelId="{265281FA-4F66-46DC-9200-E730DC9D8F23}" type="sibTrans" cxnId="{9DE2093B-A66E-42B7-A886-0446F75342A6}">
      <dgm:prSet/>
      <dgm:spPr/>
      <dgm:t>
        <a:bodyPr/>
        <a:lstStyle/>
        <a:p>
          <a:endParaRPr lang="en-US"/>
        </a:p>
      </dgm:t>
    </dgm:pt>
    <dgm:pt modelId="{37C796AF-7852-4886-998B-5574FC403D2B}">
      <dgm:prSet/>
      <dgm:spPr/>
      <dgm:t>
        <a:bodyPr/>
        <a:lstStyle/>
        <a:p>
          <a:r>
            <a:rPr lang="fr-FR" b="1" i="0" baseline="0"/>
            <a:t>Dynamique de croissance :</a:t>
          </a:r>
          <a:r>
            <a:rPr lang="fr-FR" b="0" i="0" baseline="0"/>
            <a:t> Mesurer l'évolution des ajouts au fil des années.</a:t>
          </a:r>
          <a:endParaRPr lang="en-US"/>
        </a:p>
      </dgm:t>
    </dgm:pt>
    <dgm:pt modelId="{4DF7310F-810B-47BF-A31C-42458D1AE4F8}" type="parTrans" cxnId="{1747FB0F-82F2-46D7-A2EC-04E3D5F8494B}">
      <dgm:prSet/>
      <dgm:spPr/>
      <dgm:t>
        <a:bodyPr/>
        <a:lstStyle/>
        <a:p>
          <a:endParaRPr lang="en-US"/>
        </a:p>
      </dgm:t>
    </dgm:pt>
    <dgm:pt modelId="{9E545982-BF51-4F71-AC70-3E93633A95D2}" type="sibTrans" cxnId="{1747FB0F-82F2-46D7-A2EC-04E3D5F8494B}">
      <dgm:prSet/>
      <dgm:spPr/>
      <dgm:t>
        <a:bodyPr/>
        <a:lstStyle/>
        <a:p>
          <a:endParaRPr lang="en-US"/>
        </a:p>
      </dgm:t>
    </dgm:pt>
    <dgm:pt modelId="{DF569C98-5E4F-49B3-BF8C-F8CBA6434A4F}">
      <dgm:prSet/>
      <dgm:spPr/>
      <dgm:t>
        <a:bodyPr/>
        <a:lstStyle/>
        <a:p>
          <a:r>
            <a:rPr lang="fr-FR" b="1" i="0" baseline="0"/>
            <a:t>Analyse géographique :</a:t>
          </a:r>
          <a:r>
            <a:rPr lang="fr-FR" b="0" i="0" baseline="0"/>
            <a:t> Comparer le poids des pays producteurs (ex: USA vs Inde).</a:t>
          </a:r>
          <a:endParaRPr lang="en-US"/>
        </a:p>
      </dgm:t>
    </dgm:pt>
    <dgm:pt modelId="{4C0C8329-1A7D-44CD-97AA-21E86BF96E5A}" type="parTrans" cxnId="{F27B262F-1FBE-4E78-BF24-A8DEF1952F8D}">
      <dgm:prSet/>
      <dgm:spPr/>
      <dgm:t>
        <a:bodyPr/>
        <a:lstStyle/>
        <a:p>
          <a:endParaRPr lang="en-US"/>
        </a:p>
      </dgm:t>
    </dgm:pt>
    <dgm:pt modelId="{5B146670-C52F-426C-821D-B60342DC1812}" type="sibTrans" cxnId="{F27B262F-1FBE-4E78-BF24-A8DEF1952F8D}">
      <dgm:prSet/>
      <dgm:spPr/>
      <dgm:t>
        <a:bodyPr/>
        <a:lstStyle/>
        <a:p>
          <a:endParaRPr lang="en-US"/>
        </a:p>
      </dgm:t>
    </dgm:pt>
    <dgm:pt modelId="{0AC58D72-56B8-4998-BA61-1EA792FCDE07}">
      <dgm:prSet/>
      <dgm:spPr/>
      <dgm:t>
        <a:bodyPr/>
        <a:lstStyle/>
        <a:p>
          <a:r>
            <a:rPr lang="fr-FR" b="1" i="0" baseline="0"/>
            <a:t>Standardisation :</a:t>
          </a:r>
          <a:r>
            <a:rPr lang="fr-FR" b="0" i="0" baseline="0"/>
            <a:t> Extraire les formats types (durée moyenne, publics cibles).</a:t>
          </a:r>
          <a:endParaRPr lang="en-US"/>
        </a:p>
      </dgm:t>
    </dgm:pt>
    <dgm:pt modelId="{A750EFC8-5646-4376-95F0-D5CCDBB60AB5}" type="parTrans" cxnId="{9586606D-A25F-44D4-B42F-FD5543DEE1BC}">
      <dgm:prSet/>
      <dgm:spPr/>
      <dgm:t>
        <a:bodyPr/>
        <a:lstStyle/>
        <a:p>
          <a:endParaRPr lang="en-US"/>
        </a:p>
      </dgm:t>
    </dgm:pt>
    <dgm:pt modelId="{3168A6DE-99E0-446D-8C15-CA73D0DC7D59}" type="sibTrans" cxnId="{9586606D-A25F-44D4-B42F-FD5543DEE1BC}">
      <dgm:prSet/>
      <dgm:spPr/>
      <dgm:t>
        <a:bodyPr/>
        <a:lstStyle/>
        <a:p>
          <a:endParaRPr lang="en-US"/>
        </a:p>
      </dgm:t>
    </dgm:pt>
    <dgm:pt modelId="{3419FCC6-E99D-4413-944F-94451A4A4E9A}" type="pres">
      <dgm:prSet presAssocID="{CECB0DFE-50ED-43E8-A1CB-BDE0F9DC9748}" presName="vert0" presStyleCnt="0">
        <dgm:presLayoutVars>
          <dgm:dir/>
          <dgm:animOne val="branch"/>
          <dgm:animLvl val="lvl"/>
        </dgm:presLayoutVars>
      </dgm:prSet>
      <dgm:spPr/>
    </dgm:pt>
    <dgm:pt modelId="{7528B8F5-A37D-4D25-8B9D-0795ABDC4228}" type="pres">
      <dgm:prSet presAssocID="{F2068FFD-8E3B-45AC-B4AA-AB09BD0CCFEE}" presName="thickLine" presStyleLbl="alignNode1" presStyleIdx="0" presStyleCnt="9"/>
      <dgm:spPr/>
    </dgm:pt>
    <dgm:pt modelId="{9BD41B2E-387A-4263-84A3-C27487B2239D}" type="pres">
      <dgm:prSet presAssocID="{F2068FFD-8E3B-45AC-B4AA-AB09BD0CCFEE}" presName="horz1" presStyleCnt="0"/>
      <dgm:spPr/>
    </dgm:pt>
    <dgm:pt modelId="{67D6FE8E-8F61-4169-AC44-D93F3CFFDB27}" type="pres">
      <dgm:prSet presAssocID="{F2068FFD-8E3B-45AC-B4AA-AB09BD0CCFEE}" presName="tx1" presStyleLbl="revTx" presStyleIdx="0" presStyleCnt="9"/>
      <dgm:spPr/>
    </dgm:pt>
    <dgm:pt modelId="{AE2352C6-23EB-44FD-AB7D-64CFF450716D}" type="pres">
      <dgm:prSet presAssocID="{F2068FFD-8E3B-45AC-B4AA-AB09BD0CCFEE}" presName="vert1" presStyleCnt="0"/>
      <dgm:spPr/>
    </dgm:pt>
    <dgm:pt modelId="{CCA5DC76-E225-4084-B38A-3E42C5B3137D}" type="pres">
      <dgm:prSet presAssocID="{02401B09-9ABC-48A2-97F4-96E8272EB2B5}" presName="thickLine" presStyleLbl="alignNode1" presStyleIdx="1" presStyleCnt="9"/>
      <dgm:spPr/>
    </dgm:pt>
    <dgm:pt modelId="{F5DA0FA8-D69F-4340-8A5E-F228F6A295FB}" type="pres">
      <dgm:prSet presAssocID="{02401B09-9ABC-48A2-97F4-96E8272EB2B5}" presName="horz1" presStyleCnt="0"/>
      <dgm:spPr/>
    </dgm:pt>
    <dgm:pt modelId="{DA80BCEC-30A2-4031-9919-E8C5C739C56F}" type="pres">
      <dgm:prSet presAssocID="{02401B09-9ABC-48A2-97F4-96E8272EB2B5}" presName="tx1" presStyleLbl="revTx" presStyleIdx="1" presStyleCnt="9"/>
      <dgm:spPr/>
    </dgm:pt>
    <dgm:pt modelId="{5E060658-DAB5-4416-BA27-2D2FFE2D7BC7}" type="pres">
      <dgm:prSet presAssocID="{02401B09-9ABC-48A2-97F4-96E8272EB2B5}" presName="vert1" presStyleCnt="0"/>
      <dgm:spPr/>
    </dgm:pt>
    <dgm:pt modelId="{C55D882F-0247-4094-A9EE-C41A56A0BF9F}" type="pres">
      <dgm:prSet presAssocID="{32C8E89F-2BC0-4E94-BC1D-2DE479A022F1}" presName="thickLine" presStyleLbl="alignNode1" presStyleIdx="2" presStyleCnt="9"/>
      <dgm:spPr/>
    </dgm:pt>
    <dgm:pt modelId="{39DF0192-E89E-49CB-9450-A8344135382F}" type="pres">
      <dgm:prSet presAssocID="{32C8E89F-2BC0-4E94-BC1D-2DE479A022F1}" presName="horz1" presStyleCnt="0"/>
      <dgm:spPr/>
    </dgm:pt>
    <dgm:pt modelId="{40ED99EA-821C-46CB-9AC1-3DBB79CFF88A}" type="pres">
      <dgm:prSet presAssocID="{32C8E89F-2BC0-4E94-BC1D-2DE479A022F1}" presName="tx1" presStyleLbl="revTx" presStyleIdx="2" presStyleCnt="9"/>
      <dgm:spPr/>
    </dgm:pt>
    <dgm:pt modelId="{8BA6E138-90DC-489F-9398-162C9D109157}" type="pres">
      <dgm:prSet presAssocID="{32C8E89F-2BC0-4E94-BC1D-2DE479A022F1}" presName="vert1" presStyleCnt="0"/>
      <dgm:spPr/>
    </dgm:pt>
    <dgm:pt modelId="{ED5CC62B-B249-466C-980C-1F269C6B17F8}" type="pres">
      <dgm:prSet presAssocID="{B80D12ED-52B7-49E6-859C-BD9C0F94CD94}" presName="thickLine" presStyleLbl="alignNode1" presStyleIdx="3" presStyleCnt="9"/>
      <dgm:spPr/>
    </dgm:pt>
    <dgm:pt modelId="{3E56EC53-B3EC-47F2-BD9D-B25503BF43E0}" type="pres">
      <dgm:prSet presAssocID="{B80D12ED-52B7-49E6-859C-BD9C0F94CD94}" presName="horz1" presStyleCnt="0"/>
      <dgm:spPr/>
    </dgm:pt>
    <dgm:pt modelId="{D210BB92-B860-4ADD-BD9F-BB6D481E0B83}" type="pres">
      <dgm:prSet presAssocID="{B80D12ED-52B7-49E6-859C-BD9C0F94CD94}" presName="tx1" presStyleLbl="revTx" presStyleIdx="3" presStyleCnt="9"/>
      <dgm:spPr/>
    </dgm:pt>
    <dgm:pt modelId="{05E1E9B5-19D8-4F82-ACB4-00E97D4B6C1A}" type="pres">
      <dgm:prSet presAssocID="{B80D12ED-52B7-49E6-859C-BD9C0F94CD94}" presName="vert1" presStyleCnt="0"/>
      <dgm:spPr/>
    </dgm:pt>
    <dgm:pt modelId="{2DD8076F-627B-48DA-AAC4-7E03117E3794}" type="pres">
      <dgm:prSet presAssocID="{0DE36591-5EB7-4444-BCAA-0752CB3E878C}" presName="thickLine" presStyleLbl="alignNode1" presStyleIdx="4" presStyleCnt="9"/>
      <dgm:spPr/>
    </dgm:pt>
    <dgm:pt modelId="{4C9352BF-9C8F-4561-BB2C-96B9C73FF194}" type="pres">
      <dgm:prSet presAssocID="{0DE36591-5EB7-4444-BCAA-0752CB3E878C}" presName="horz1" presStyleCnt="0"/>
      <dgm:spPr/>
    </dgm:pt>
    <dgm:pt modelId="{7489F948-E129-4076-AC90-ADDB6F633274}" type="pres">
      <dgm:prSet presAssocID="{0DE36591-5EB7-4444-BCAA-0752CB3E878C}" presName="tx1" presStyleLbl="revTx" presStyleIdx="4" presStyleCnt="9"/>
      <dgm:spPr/>
    </dgm:pt>
    <dgm:pt modelId="{EF57D009-0521-44A4-B17C-4DFABB977610}" type="pres">
      <dgm:prSet presAssocID="{0DE36591-5EB7-4444-BCAA-0752CB3E878C}" presName="vert1" presStyleCnt="0"/>
      <dgm:spPr/>
    </dgm:pt>
    <dgm:pt modelId="{6DB84C09-0907-4655-B1BC-1EED28C2029B}" type="pres">
      <dgm:prSet presAssocID="{27D9F072-DEFF-4982-B0C9-48FABDD4CCB7}" presName="thickLine" presStyleLbl="alignNode1" presStyleIdx="5" presStyleCnt="9"/>
      <dgm:spPr/>
    </dgm:pt>
    <dgm:pt modelId="{018AC928-FD4C-46C4-8D21-FBAB01BDEA4A}" type="pres">
      <dgm:prSet presAssocID="{27D9F072-DEFF-4982-B0C9-48FABDD4CCB7}" presName="horz1" presStyleCnt="0"/>
      <dgm:spPr/>
    </dgm:pt>
    <dgm:pt modelId="{F7B62328-DCA1-4EF5-8DB1-0C01BE8BDA4E}" type="pres">
      <dgm:prSet presAssocID="{27D9F072-DEFF-4982-B0C9-48FABDD4CCB7}" presName="tx1" presStyleLbl="revTx" presStyleIdx="5" presStyleCnt="9"/>
      <dgm:spPr/>
    </dgm:pt>
    <dgm:pt modelId="{1E4C9CAE-3C55-4ACE-8DD2-05F3F03DE71F}" type="pres">
      <dgm:prSet presAssocID="{27D9F072-DEFF-4982-B0C9-48FABDD4CCB7}" presName="vert1" presStyleCnt="0"/>
      <dgm:spPr/>
    </dgm:pt>
    <dgm:pt modelId="{180EF837-335B-445E-8BF8-72442896C343}" type="pres">
      <dgm:prSet presAssocID="{37C796AF-7852-4886-998B-5574FC403D2B}" presName="thickLine" presStyleLbl="alignNode1" presStyleIdx="6" presStyleCnt="9"/>
      <dgm:spPr/>
    </dgm:pt>
    <dgm:pt modelId="{CC7FF4D3-B2B4-4006-9AAF-2660E5B401D1}" type="pres">
      <dgm:prSet presAssocID="{37C796AF-7852-4886-998B-5574FC403D2B}" presName="horz1" presStyleCnt="0"/>
      <dgm:spPr/>
    </dgm:pt>
    <dgm:pt modelId="{2DBBC82D-D36F-4553-9521-060045F342BD}" type="pres">
      <dgm:prSet presAssocID="{37C796AF-7852-4886-998B-5574FC403D2B}" presName="tx1" presStyleLbl="revTx" presStyleIdx="6" presStyleCnt="9"/>
      <dgm:spPr/>
    </dgm:pt>
    <dgm:pt modelId="{1A6C90D7-C721-477A-9415-12B7A6D52FB4}" type="pres">
      <dgm:prSet presAssocID="{37C796AF-7852-4886-998B-5574FC403D2B}" presName="vert1" presStyleCnt="0"/>
      <dgm:spPr/>
    </dgm:pt>
    <dgm:pt modelId="{9DFBFB28-0070-4AF9-A3AB-295D6094F0CC}" type="pres">
      <dgm:prSet presAssocID="{DF569C98-5E4F-49B3-BF8C-F8CBA6434A4F}" presName="thickLine" presStyleLbl="alignNode1" presStyleIdx="7" presStyleCnt="9"/>
      <dgm:spPr/>
    </dgm:pt>
    <dgm:pt modelId="{C7A9A42A-E04C-460A-81A5-3B93DCB6C1A6}" type="pres">
      <dgm:prSet presAssocID="{DF569C98-5E4F-49B3-BF8C-F8CBA6434A4F}" presName="horz1" presStyleCnt="0"/>
      <dgm:spPr/>
    </dgm:pt>
    <dgm:pt modelId="{AAB9777B-AFF6-41F9-B4E7-43CFDD4507A0}" type="pres">
      <dgm:prSet presAssocID="{DF569C98-5E4F-49B3-BF8C-F8CBA6434A4F}" presName="tx1" presStyleLbl="revTx" presStyleIdx="7" presStyleCnt="9"/>
      <dgm:spPr/>
    </dgm:pt>
    <dgm:pt modelId="{35267EB3-3BFC-4BA2-86E7-6EA33DD2CB4F}" type="pres">
      <dgm:prSet presAssocID="{DF569C98-5E4F-49B3-BF8C-F8CBA6434A4F}" presName="vert1" presStyleCnt="0"/>
      <dgm:spPr/>
    </dgm:pt>
    <dgm:pt modelId="{F033948E-7D93-41D3-BEB4-6E8C0FC9758A}" type="pres">
      <dgm:prSet presAssocID="{0AC58D72-56B8-4998-BA61-1EA792FCDE07}" presName="thickLine" presStyleLbl="alignNode1" presStyleIdx="8" presStyleCnt="9"/>
      <dgm:spPr/>
    </dgm:pt>
    <dgm:pt modelId="{716F5675-B733-485D-9CA9-9B426B06535A}" type="pres">
      <dgm:prSet presAssocID="{0AC58D72-56B8-4998-BA61-1EA792FCDE07}" presName="horz1" presStyleCnt="0"/>
      <dgm:spPr/>
    </dgm:pt>
    <dgm:pt modelId="{E12C72C0-A0A8-46BD-9F03-F7921D527CAF}" type="pres">
      <dgm:prSet presAssocID="{0AC58D72-56B8-4998-BA61-1EA792FCDE07}" presName="tx1" presStyleLbl="revTx" presStyleIdx="8" presStyleCnt="9"/>
      <dgm:spPr/>
    </dgm:pt>
    <dgm:pt modelId="{11BD1052-D92A-4F1F-B55B-B20CB3F6BE66}" type="pres">
      <dgm:prSet presAssocID="{0AC58D72-56B8-4998-BA61-1EA792FCDE07}" presName="vert1" presStyleCnt="0"/>
      <dgm:spPr/>
    </dgm:pt>
  </dgm:ptLst>
  <dgm:cxnLst>
    <dgm:cxn modelId="{0D20220B-1268-44F8-AF75-71D8FD93FF9C}" type="presOf" srcId="{0DE36591-5EB7-4444-BCAA-0752CB3E878C}" destId="{7489F948-E129-4076-AC90-ADDB6F633274}" srcOrd="0" destOrd="0" presId="urn:microsoft.com/office/officeart/2008/layout/LinedList"/>
    <dgm:cxn modelId="{1747FB0F-82F2-46D7-A2EC-04E3D5F8494B}" srcId="{CECB0DFE-50ED-43E8-A1CB-BDE0F9DC9748}" destId="{37C796AF-7852-4886-998B-5574FC403D2B}" srcOrd="6" destOrd="0" parTransId="{4DF7310F-810B-47BF-A31C-42458D1AE4F8}" sibTransId="{9E545982-BF51-4F71-AC70-3E93633A95D2}"/>
    <dgm:cxn modelId="{D785071B-E3F8-4003-BDB1-E1096A206D53}" type="presOf" srcId="{32C8E89F-2BC0-4E94-BC1D-2DE479A022F1}" destId="{40ED99EA-821C-46CB-9AC1-3DBB79CFF88A}" srcOrd="0" destOrd="0" presId="urn:microsoft.com/office/officeart/2008/layout/LinedList"/>
    <dgm:cxn modelId="{F27B262F-1FBE-4E78-BF24-A8DEF1952F8D}" srcId="{CECB0DFE-50ED-43E8-A1CB-BDE0F9DC9748}" destId="{DF569C98-5E4F-49B3-BF8C-F8CBA6434A4F}" srcOrd="7" destOrd="0" parTransId="{4C0C8329-1A7D-44CD-97AA-21E86BF96E5A}" sibTransId="{5B146670-C52F-426C-821D-B60342DC1812}"/>
    <dgm:cxn modelId="{F9873538-D337-4D49-BAAF-9F80C27D6C6F}" srcId="{CECB0DFE-50ED-43E8-A1CB-BDE0F9DC9748}" destId="{0DE36591-5EB7-4444-BCAA-0752CB3E878C}" srcOrd="4" destOrd="0" parTransId="{B97B188D-22D8-45FE-A1D6-F7A0C553AD5B}" sibTransId="{6CF8C368-EB07-4F0B-9E76-1B94734BA731}"/>
    <dgm:cxn modelId="{9DE2093B-A66E-42B7-A886-0446F75342A6}" srcId="{CECB0DFE-50ED-43E8-A1CB-BDE0F9DC9748}" destId="{27D9F072-DEFF-4982-B0C9-48FABDD4CCB7}" srcOrd="5" destOrd="0" parTransId="{98B9EF9B-EE6D-4FA9-B0EA-2C37531F4CEC}" sibTransId="{265281FA-4F66-46DC-9200-E730DC9D8F23}"/>
    <dgm:cxn modelId="{A6AA795C-B686-4898-9CDD-4E16CDB31B26}" type="presOf" srcId="{F2068FFD-8E3B-45AC-B4AA-AB09BD0CCFEE}" destId="{67D6FE8E-8F61-4169-AC44-D93F3CFFDB27}" srcOrd="0" destOrd="0" presId="urn:microsoft.com/office/officeart/2008/layout/LinedList"/>
    <dgm:cxn modelId="{3D822948-171E-497D-B305-9765C96C666C}" type="presOf" srcId="{37C796AF-7852-4886-998B-5574FC403D2B}" destId="{2DBBC82D-D36F-4553-9521-060045F342BD}" srcOrd="0" destOrd="0" presId="urn:microsoft.com/office/officeart/2008/layout/LinedList"/>
    <dgm:cxn modelId="{9586606D-A25F-44D4-B42F-FD5543DEE1BC}" srcId="{CECB0DFE-50ED-43E8-A1CB-BDE0F9DC9748}" destId="{0AC58D72-56B8-4998-BA61-1EA792FCDE07}" srcOrd="8" destOrd="0" parTransId="{A750EFC8-5646-4376-95F0-D5CCDBB60AB5}" sibTransId="{3168A6DE-99E0-446D-8C15-CA73D0DC7D59}"/>
    <dgm:cxn modelId="{70DE7176-2246-49FC-A462-789AD8F189F3}" type="presOf" srcId="{0AC58D72-56B8-4998-BA61-1EA792FCDE07}" destId="{E12C72C0-A0A8-46BD-9F03-F7921D527CAF}" srcOrd="0" destOrd="0" presId="urn:microsoft.com/office/officeart/2008/layout/LinedList"/>
    <dgm:cxn modelId="{CC29AA76-083B-4BD9-9173-4738AB175C8D}" type="presOf" srcId="{27D9F072-DEFF-4982-B0C9-48FABDD4CCB7}" destId="{F7B62328-DCA1-4EF5-8DB1-0C01BE8BDA4E}" srcOrd="0" destOrd="0" presId="urn:microsoft.com/office/officeart/2008/layout/LinedList"/>
    <dgm:cxn modelId="{E033207A-E339-4868-A677-BE8057B99B47}" srcId="{CECB0DFE-50ED-43E8-A1CB-BDE0F9DC9748}" destId="{32C8E89F-2BC0-4E94-BC1D-2DE479A022F1}" srcOrd="2" destOrd="0" parTransId="{7B00B4AD-5B2A-4F1D-BE04-9C7968DD7297}" sibTransId="{35E4776B-5228-4418-B2F3-5F83C7A5BEC7}"/>
    <dgm:cxn modelId="{BE6CF181-E18E-4C09-861D-E1CA506A1BC7}" type="presOf" srcId="{DF569C98-5E4F-49B3-BF8C-F8CBA6434A4F}" destId="{AAB9777B-AFF6-41F9-B4E7-43CFDD4507A0}" srcOrd="0" destOrd="0" presId="urn:microsoft.com/office/officeart/2008/layout/LinedList"/>
    <dgm:cxn modelId="{9BF0B1A3-C5BC-4973-B378-51FACE1D59E6}" srcId="{CECB0DFE-50ED-43E8-A1CB-BDE0F9DC9748}" destId="{02401B09-9ABC-48A2-97F4-96E8272EB2B5}" srcOrd="1" destOrd="0" parTransId="{36EC913F-1B2C-4F16-97A6-24FF18F05889}" sibTransId="{F621FFAE-1260-49B1-9A3B-55640BEA5593}"/>
    <dgm:cxn modelId="{BC30F6B2-56E2-4C67-ABD5-F17FC8F67A50}" type="presOf" srcId="{CECB0DFE-50ED-43E8-A1CB-BDE0F9DC9748}" destId="{3419FCC6-E99D-4413-944F-94451A4A4E9A}" srcOrd="0" destOrd="0" presId="urn:microsoft.com/office/officeart/2008/layout/LinedList"/>
    <dgm:cxn modelId="{CC1931BF-851F-4609-BE7B-3D2BDD8BDAE3}" type="presOf" srcId="{02401B09-9ABC-48A2-97F4-96E8272EB2B5}" destId="{DA80BCEC-30A2-4031-9919-E8C5C739C56F}" srcOrd="0" destOrd="0" presId="urn:microsoft.com/office/officeart/2008/layout/LinedList"/>
    <dgm:cxn modelId="{143208D6-0C55-4165-832C-97CF0D3E17D1}" type="presOf" srcId="{B80D12ED-52B7-49E6-859C-BD9C0F94CD94}" destId="{D210BB92-B860-4ADD-BD9F-BB6D481E0B83}" srcOrd="0" destOrd="0" presId="urn:microsoft.com/office/officeart/2008/layout/LinedList"/>
    <dgm:cxn modelId="{DBD669D6-6410-44C2-BC35-E2364C1208B5}" srcId="{CECB0DFE-50ED-43E8-A1CB-BDE0F9DC9748}" destId="{B80D12ED-52B7-49E6-859C-BD9C0F94CD94}" srcOrd="3" destOrd="0" parTransId="{5CBBB614-4E63-4C98-B7FC-CEA5D3C98921}" sibTransId="{3B235057-7E14-47C5-A89E-E356D2A60492}"/>
    <dgm:cxn modelId="{2930E1E3-7E8C-4774-81B7-94825B85ADB2}" srcId="{CECB0DFE-50ED-43E8-A1CB-BDE0F9DC9748}" destId="{F2068FFD-8E3B-45AC-B4AA-AB09BD0CCFEE}" srcOrd="0" destOrd="0" parTransId="{991EA9E6-9886-4D9D-A87F-7C0EA587E43E}" sibTransId="{CCF6852C-A5B3-4C1E-A331-B633B8C80DC8}"/>
    <dgm:cxn modelId="{00FBE9F8-072B-437C-801E-3E4099DEC0F0}" type="presParOf" srcId="{3419FCC6-E99D-4413-944F-94451A4A4E9A}" destId="{7528B8F5-A37D-4D25-8B9D-0795ABDC4228}" srcOrd="0" destOrd="0" presId="urn:microsoft.com/office/officeart/2008/layout/LinedList"/>
    <dgm:cxn modelId="{C0E46902-9A91-40B5-BCD2-680546129474}" type="presParOf" srcId="{3419FCC6-E99D-4413-944F-94451A4A4E9A}" destId="{9BD41B2E-387A-4263-84A3-C27487B2239D}" srcOrd="1" destOrd="0" presId="urn:microsoft.com/office/officeart/2008/layout/LinedList"/>
    <dgm:cxn modelId="{5E885991-106E-4716-BA12-F65117578B5D}" type="presParOf" srcId="{9BD41B2E-387A-4263-84A3-C27487B2239D}" destId="{67D6FE8E-8F61-4169-AC44-D93F3CFFDB27}" srcOrd="0" destOrd="0" presId="urn:microsoft.com/office/officeart/2008/layout/LinedList"/>
    <dgm:cxn modelId="{20162A30-3DD6-4F52-902F-AAB800056A39}" type="presParOf" srcId="{9BD41B2E-387A-4263-84A3-C27487B2239D}" destId="{AE2352C6-23EB-44FD-AB7D-64CFF450716D}" srcOrd="1" destOrd="0" presId="urn:microsoft.com/office/officeart/2008/layout/LinedList"/>
    <dgm:cxn modelId="{CB168D5B-B4D0-4AE8-9E3D-DDAEE6DEA8BA}" type="presParOf" srcId="{3419FCC6-E99D-4413-944F-94451A4A4E9A}" destId="{CCA5DC76-E225-4084-B38A-3E42C5B3137D}" srcOrd="2" destOrd="0" presId="urn:microsoft.com/office/officeart/2008/layout/LinedList"/>
    <dgm:cxn modelId="{7D48EAAD-0305-4E47-809A-A48E1636BD38}" type="presParOf" srcId="{3419FCC6-E99D-4413-944F-94451A4A4E9A}" destId="{F5DA0FA8-D69F-4340-8A5E-F228F6A295FB}" srcOrd="3" destOrd="0" presId="urn:microsoft.com/office/officeart/2008/layout/LinedList"/>
    <dgm:cxn modelId="{ECBB9469-2651-45B2-9140-72475DC25760}" type="presParOf" srcId="{F5DA0FA8-D69F-4340-8A5E-F228F6A295FB}" destId="{DA80BCEC-30A2-4031-9919-E8C5C739C56F}" srcOrd="0" destOrd="0" presId="urn:microsoft.com/office/officeart/2008/layout/LinedList"/>
    <dgm:cxn modelId="{454859AF-8333-4415-BA30-5DD7C89076A4}" type="presParOf" srcId="{F5DA0FA8-D69F-4340-8A5E-F228F6A295FB}" destId="{5E060658-DAB5-4416-BA27-2D2FFE2D7BC7}" srcOrd="1" destOrd="0" presId="urn:microsoft.com/office/officeart/2008/layout/LinedList"/>
    <dgm:cxn modelId="{CEFE5DFD-C527-4097-8808-36AECECA8972}" type="presParOf" srcId="{3419FCC6-E99D-4413-944F-94451A4A4E9A}" destId="{C55D882F-0247-4094-A9EE-C41A56A0BF9F}" srcOrd="4" destOrd="0" presId="urn:microsoft.com/office/officeart/2008/layout/LinedList"/>
    <dgm:cxn modelId="{629FA104-3795-402A-B832-F826015B9AF9}" type="presParOf" srcId="{3419FCC6-E99D-4413-944F-94451A4A4E9A}" destId="{39DF0192-E89E-49CB-9450-A8344135382F}" srcOrd="5" destOrd="0" presId="urn:microsoft.com/office/officeart/2008/layout/LinedList"/>
    <dgm:cxn modelId="{D38497FE-E852-4E59-B394-F1DA8E80EFE6}" type="presParOf" srcId="{39DF0192-E89E-49CB-9450-A8344135382F}" destId="{40ED99EA-821C-46CB-9AC1-3DBB79CFF88A}" srcOrd="0" destOrd="0" presId="urn:microsoft.com/office/officeart/2008/layout/LinedList"/>
    <dgm:cxn modelId="{166A1B86-F52A-47AC-BFFA-5B1F2C3280E7}" type="presParOf" srcId="{39DF0192-E89E-49CB-9450-A8344135382F}" destId="{8BA6E138-90DC-489F-9398-162C9D109157}" srcOrd="1" destOrd="0" presId="urn:microsoft.com/office/officeart/2008/layout/LinedList"/>
    <dgm:cxn modelId="{3555C282-EDE1-4E96-9AE8-22F7F9EFF8A1}" type="presParOf" srcId="{3419FCC6-E99D-4413-944F-94451A4A4E9A}" destId="{ED5CC62B-B249-466C-980C-1F269C6B17F8}" srcOrd="6" destOrd="0" presId="urn:microsoft.com/office/officeart/2008/layout/LinedList"/>
    <dgm:cxn modelId="{5550C24E-B381-4200-AA6B-C188A6156C50}" type="presParOf" srcId="{3419FCC6-E99D-4413-944F-94451A4A4E9A}" destId="{3E56EC53-B3EC-47F2-BD9D-B25503BF43E0}" srcOrd="7" destOrd="0" presId="urn:microsoft.com/office/officeart/2008/layout/LinedList"/>
    <dgm:cxn modelId="{9F575793-899C-4DB2-8888-B9ECDF8722EA}" type="presParOf" srcId="{3E56EC53-B3EC-47F2-BD9D-B25503BF43E0}" destId="{D210BB92-B860-4ADD-BD9F-BB6D481E0B83}" srcOrd="0" destOrd="0" presId="urn:microsoft.com/office/officeart/2008/layout/LinedList"/>
    <dgm:cxn modelId="{E94D92EE-01E6-415A-9F04-37541805904C}" type="presParOf" srcId="{3E56EC53-B3EC-47F2-BD9D-B25503BF43E0}" destId="{05E1E9B5-19D8-4F82-ACB4-00E97D4B6C1A}" srcOrd="1" destOrd="0" presId="urn:microsoft.com/office/officeart/2008/layout/LinedList"/>
    <dgm:cxn modelId="{399DB583-70F4-4A59-BEDE-0AE39B614EE0}" type="presParOf" srcId="{3419FCC6-E99D-4413-944F-94451A4A4E9A}" destId="{2DD8076F-627B-48DA-AAC4-7E03117E3794}" srcOrd="8" destOrd="0" presId="urn:microsoft.com/office/officeart/2008/layout/LinedList"/>
    <dgm:cxn modelId="{9D9844EE-A1A9-4501-830A-6B08098EAB68}" type="presParOf" srcId="{3419FCC6-E99D-4413-944F-94451A4A4E9A}" destId="{4C9352BF-9C8F-4561-BB2C-96B9C73FF194}" srcOrd="9" destOrd="0" presId="urn:microsoft.com/office/officeart/2008/layout/LinedList"/>
    <dgm:cxn modelId="{AFF928AD-0A01-4336-9901-02CB988B7609}" type="presParOf" srcId="{4C9352BF-9C8F-4561-BB2C-96B9C73FF194}" destId="{7489F948-E129-4076-AC90-ADDB6F633274}" srcOrd="0" destOrd="0" presId="urn:microsoft.com/office/officeart/2008/layout/LinedList"/>
    <dgm:cxn modelId="{E0F8395A-7693-4131-AFE0-709395DAF3F6}" type="presParOf" srcId="{4C9352BF-9C8F-4561-BB2C-96B9C73FF194}" destId="{EF57D009-0521-44A4-B17C-4DFABB977610}" srcOrd="1" destOrd="0" presId="urn:microsoft.com/office/officeart/2008/layout/LinedList"/>
    <dgm:cxn modelId="{54FEF937-E39B-46E4-96B9-A6B2D7DC4382}" type="presParOf" srcId="{3419FCC6-E99D-4413-944F-94451A4A4E9A}" destId="{6DB84C09-0907-4655-B1BC-1EED28C2029B}" srcOrd="10" destOrd="0" presId="urn:microsoft.com/office/officeart/2008/layout/LinedList"/>
    <dgm:cxn modelId="{148302A0-1FAE-4C69-95D4-C76391E3B782}" type="presParOf" srcId="{3419FCC6-E99D-4413-944F-94451A4A4E9A}" destId="{018AC928-FD4C-46C4-8D21-FBAB01BDEA4A}" srcOrd="11" destOrd="0" presId="urn:microsoft.com/office/officeart/2008/layout/LinedList"/>
    <dgm:cxn modelId="{A2E0514E-3EAA-42FA-AF93-EC7BABE43031}" type="presParOf" srcId="{018AC928-FD4C-46C4-8D21-FBAB01BDEA4A}" destId="{F7B62328-DCA1-4EF5-8DB1-0C01BE8BDA4E}" srcOrd="0" destOrd="0" presId="urn:microsoft.com/office/officeart/2008/layout/LinedList"/>
    <dgm:cxn modelId="{6ABBB136-2E3D-4A57-B7D2-45A8036EE6F2}" type="presParOf" srcId="{018AC928-FD4C-46C4-8D21-FBAB01BDEA4A}" destId="{1E4C9CAE-3C55-4ACE-8DD2-05F3F03DE71F}" srcOrd="1" destOrd="0" presId="urn:microsoft.com/office/officeart/2008/layout/LinedList"/>
    <dgm:cxn modelId="{F5E66C67-A624-4CF7-8CFE-B9614A52CFEB}" type="presParOf" srcId="{3419FCC6-E99D-4413-944F-94451A4A4E9A}" destId="{180EF837-335B-445E-8BF8-72442896C343}" srcOrd="12" destOrd="0" presId="urn:microsoft.com/office/officeart/2008/layout/LinedList"/>
    <dgm:cxn modelId="{72E27FE0-6B32-4075-AC74-67B6E790E44C}" type="presParOf" srcId="{3419FCC6-E99D-4413-944F-94451A4A4E9A}" destId="{CC7FF4D3-B2B4-4006-9AAF-2660E5B401D1}" srcOrd="13" destOrd="0" presId="urn:microsoft.com/office/officeart/2008/layout/LinedList"/>
    <dgm:cxn modelId="{3D480957-3066-425A-A008-AFC24E910958}" type="presParOf" srcId="{CC7FF4D3-B2B4-4006-9AAF-2660E5B401D1}" destId="{2DBBC82D-D36F-4553-9521-060045F342BD}" srcOrd="0" destOrd="0" presId="urn:microsoft.com/office/officeart/2008/layout/LinedList"/>
    <dgm:cxn modelId="{2200795E-A187-4B0B-A79E-A3265C1B6D34}" type="presParOf" srcId="{CC7FF4D3-B2B4-4006-9AAF-2660E5B401D1}" destId="{1A6C90D7-C721-477A-9415-12B7A6D52FB4}" srcOrd="1" destOrd="0" presId="urn:microsoft.com/office/officeart/2008/layout/LinedList"/>
    <dgm:cxn modelId="{32EA3B1C-EE9D-44FD-9AC4-40E5A423839B}" type="presParOf" srcId="{3419FCC6-E99D-4413-944F-94451A4A4E9A}" destId="{9DFBFB28-0070-4AF9-A3AB-295D6094F0CC}" srcOrd="14" destOrd="0" presId="urn:microsoft.com/office/officeart/2008/layout/LinedList"/>
    <dgm:cxn modelId="{A32ED8A4-40F5-4F80-9408-071ABF586748}" type="presParOf" srcId="{3419FCC6-E99D-4413-944F-94451A4A4E9A}" destId="{C7A9A42A-E04C-460A-81A5-3B93DCB6C1A6}" srcOrd="15" destOrd="0" presId="urn:microsoft.com/office/officeart/2008/layout/LinedList"/>
    <dgm:cxn modelId="{1AA9F34B-C2EC-427B-BD0B-E17717EDDD65}" type="presParOf" srcId="{C7A9A42A-E04C-460A-81A5-3B93DCB6C1A6}" destId="{AAB9777B-AFF6-41F9-B4E7-43CFDD4507A0}" srcOrd="0" destOrd="0" presId="urn:microsoft.com/office/officeart/2008/layout/LinedList"/>
    <dgm:cxn modelId="{9B3788F1-3772-4866-97BA-039D3A197599}" type="presParOf" srcId="{C7A9A42A-E04C-460A-81A5-3B93DCB6C1A6}" destId="{35267EB3-3BFC-4BA2-86E7-6EA33DD2CB4F}" srcOrd="1" destOrd="0" presId="urn:microsoft.com/office/officeart/2008/layout/LinedList"/>
    <dgm:cxn modelId="{7C03B762-053F-4852-B3BC-90650EC01111}" type="presParOf" srcId="{3419FCC6-E99D-4413-944F-94451A4A4E9A}" destId="{F033948E-7D93-41D3-BEB4-6E8C0FC9758A}" srcOrd="16" destOrd="0" presId="urn:microsoft.com/office/officeart/2008/layout/LinedList"/>
    <dgm:cxn modelId="{8A8B60EB-D75E-4D59-988E-D655E1BFE01A}" type="presParOf" srcId="{3419FCC6-E99D-4413-944F-94451A4A4E9A}" destId="{716F5675-B733-485D-9CA9-9B426B06535A}" srcOrd="17" destOrd="0" presId="urn:microsoft.com/office/officeart/2008/layout/LinedList"/>
    <dgm:cxn modelId="{42B5BDBF-ACBE-4740-ABE5-7A5A728A7C99}" type="presParOf" srcId="{716F5675-B733-485D-9CA9-9B426B06535A}" destId="{E12C72C0-A0A8-46BD-9F03-F7921D527CAF}" srcOrd="0" destOrd="0" presId="urn:microsoft.com/office/officeart/2008/layout/LinedList"/>
    <dgm:cxn modelId="{F2FBBA5A-6648-4EC3-B15C-E401FE3F3CB5}" type="presParOf" srcId="{716F5675-B733-485D-9CA9-9B426B06535A}" destId="{11BD1052-D92A-4F1F-B55B-B20CB3F6BE66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119461F-39F3-4C34-9C2B-68EF0D5553A1}">
      <dsp:nvSpPr>
        <dsp:cNvPr id="0" name=""/>
        <dsp:cNvSpPr/>
      </dsp:nvSpPr>
      <dsp:spPr>
        <a:xfrm>
          <a:off x="0" y="2927"/>
          <a:ext cx="723079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F5DE1D-F74F-4FD4-9FB7-B4E2E55F3676}">
      <dsp:nvSpPr>
        <dsp:cNvPr id="0" name=""/>
        <dsp:cNvSpPr/>
      </dsp:nvSpPr>
      <dsp:spPr>
        <a:xfrm>
          <a:off x="0" y="2927"/>
          <a:ext cx="7230796" cy="9982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800" b="1" i="0" kern="1200" baseline="0"/>
            <a:t>Analyse Statique du Catalogue</a:t>
          </a:r>
          <a:endParaRPr lang="en-US" sz="2800" kern="1200"/>
        </a:p>
      </dsp:txBody>
      <dsp:txXfrm>
        <a:off x="0" y="2927"/>
        <a:ext cx="7230796" cy="998274"/>
      </dsp:txXfrm>
    </dsp:sp>
    <dsp:sp modelId="{59E0431D-8B1A-486E-822F-482570220F6C}">
      <dsp:nvSpPr>
        <dsp:cNvPr id="0" name=""/>
        <dsp:cNvSpPr/>
      </dsp:nvSpPr>
      <dsp:spPr>
        <a:xfrm>
          <a:off x="0" y="1001201"/>
          <a:ext cx="723079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44D703-7C1F-409E-8463-28B1BDA7BDA0}">
      <dsp:nvSpPr>
        <dsp:cNvPr id="0" name=""/>
        <dsp:cNvSpPr/>
      </dsp:nvSpPr>
      <dsp:spPr>
        <a:xfrm>
          <a:off x="0" y="1001201"/>
          <a:ext cx="7230796" cy="9982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800" b="0" i="1" kern="1200" baseline="0" dirty="0"/>
            <a:t>Structure (Films vs Séries), Ciblage (Ratings) et Formats (Durée).</a:t>
          </a:r>
          <a:endParaRPr lang="en-US" sz="2800" kern="1200" dirty="0"/>
        </a:p>
      </dsp:txBody>
      <dsp:txXfrm>
        <a:off x="0" y="1001201"/>
        <a:ext cx="7230796" cy="998274"/>
      </dsp:txXfrm>
    </dsp:sp>
    <dsp:sp modelId="{28E8F520-9603-4D0A-A94A-C5DAFBE6B478}">
      <dsp:nvSpPr>
        <dsp:cNvPr id="0" name=""/>
        <dsp:cNvSpPr/>
      </dsp:nvSpPr>
      <dsp:spPr>
        <a:xfrm>
          <a:off x="0" y="1999476"/>
          <a:ext cx="723079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F72FB4-6B8E-41B4-809A-56EE88623CD0}">
      <dsp:nvSpPr>
        <dsp:cNvPr id="0" name=""/>
        <dsp:cNvSpPr/>
      </dsp:nvSpPr>
      <dsp:spPr>
        <a:xfrm>
          <a:off x="0" y="1999476"/>
          <a:ext cx="7230796" cy="9982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800" b="1" i="0" kern="1200" baseline="0" dirty="0"/>
            <a:t>Analyse Dynamique</a:t>
          </a:r>
          <a:endParaRPr lang="en-US" sz="2800" kern="1200" dirty="0"/>
        </a:p>
      </dsp:txBody>
      <dsp:txXfrm>
        <a:off x="0" y="1999476"/>
        <a:ext cx="7230796" cy="998274"/>
      </dsp:txXfrm>
    </dsp:sp>
    <dsp:sp modelId="{3BBA9374-EB83-4623-B8AF-FD38D9A8D197}">
      <dsp:nvSpPr>
        <dsp:cNvPr id="0" name=""/>
        <dsp:cNvSpPr/>
      </dsp:nvSpPr>
      <dsp:spPr>
        <a:xfrm>
          <a:off x="0" y="2997751"/>
          <a:ext cx="723079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C21F29-0F5B-4F77-B512-010FBB0FBC49}">
      <dsp:nvSpPr>
        <dsp:cNvPr id="0" name=""/>
        <dsp:cNvSpPr/>
      </dsp:nvSpPr>
      <dsp:spPr>
        <a:xfrm>
          <a:off x="0" y="2997751"/>
          <a:ext cx="7230796" cy="9982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800" b="0" i="1" kern="1200" baseline="0" dirty="0"/>
            <a:t>Visualisée via une application </a:t>
          </a:r>
          <a:r>
            <a:rPr lang="fr-FR" sz="2800" b="0" i="1" kern="1200" baseline="0" dirty="0" err="1"/>
            <a:t>streamlit</a:t>
          </a:r>
          <a:r>
            <a:rPr lang="fr-FR" sz="2800" b="0" i="1" kern="1200" baseline="0" dirty="0"/>
            <a:t> </a:t>
          </a:r>
          <a:endParaRPr lang="en-US" sz="2800" kern="1200" dirty="0"/>
        </a:p>
      </dsp:txBody>
      <dsp:txXfrm>
        <a:off x="0" y="2997751"/>
        <a:ext cx="7230796" cy="998274"/>
      </dsp:txXfrm>
    </dsp:sp>
    <dsp:sp modelId="{67DDACDB-6369-4FFD-91EF-3B313875B257}">
      <dsp:nvSpPr>
        <dsp:cNvPr id="0" name=""/>
        <dsp:cNvSpPr/>
      </dsp:nvSpPr>
      <dsp:spPr>
        <a:xfrm>
          <a:off x="0" y="3996025"/>
          <a:ext cx="723079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0E52BC-743F-4C53-9FC5-BBEDA1896C44}">
      <dsp:nvSpPr>
        <dsp:cNvPr id="0" name=""/>
        <dsp:cNvSpPr/>
      </dsp:nvSpPr>
      <dsp:spPr>
        <a:xfrm>
          <a:off x="0" y="3996025"/>
          <a:ext cx="7230796" cy="9982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800" b="1" i="0" kern="1200" baseline="0"/>
            <a:t>Conclusion et Synthèse</a:t>
          </a:r>
          <a:endParaRPr lang="en-US" sz="2800" kern="1200"/>
        </a:p>
      </dsp:txBody>
      <dsp:txXfrm>
        <a:off x="0" y="3996025"/>
        <a:ext cx="7230796" cy="998274"/>
      </dsp:txXfrm>
    </dsp:sp>
    <dsp:sp modelId="{38C03FC7-5385-402E-ACE5-FD17A1E300ED}">
      <dsp:nvSpPr>
        <dsp:cNvPr id="0" name=""/>
        <dsp:cNvSpPr/>
      </dsp:nvSpPr>
      <dsp:spPr>
        <a:xfrm>
          <a:off x="0" y="4994300"/>
          <a:ext cx="723079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CB186E-8A6A-4FA7-AE78-F740D3669EAE}">
      <dsp:nvSpPr>
        <dsp:cNvPr id="0" name=""/>
        <dsp:cNvSpPr/>
      </dsp:nvSpPr>
      <dsp:spPr>
        <a:xfrm>
          <a:off x="0" y="4994300"/>
          <a:ext cx="7230796" cy="9982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800" b="0" i="1" kern="1200" baseline="0" dirty="0"/>
            <a:t>Les enseignements clés de l'étude.</a:t>
          </a:r>
          <a:endParaRPr lang="en-US" sz="2800" kern="1200" dirty="0"/>
        </a:p>
      </dsp:txBody>
      <dsp:txXfrm>
        <a:off x="0" y="4994300"/>
        <a:ext cx="7230796" cy="99827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528B8F5-A37D-4D25-8B9D-0795ABDC4228}">
      <dsp:nvSpPr>
        <dsp:cNvPr id="0" name=""/>
        <dsp:cNvSpPr/>
      </dsp:nvSpPr>
      <dsp:spPr>
        <a:xfrm>
          <a:off x="0" y="677"/>
          <a:ext cx="655534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D6FE8E-8F61-4169-AC44-D93F3CFFDB27}">
      <dsp:nvSpPr>
        <dsp:cNvPr id="0" name=""/>
        <dsp:cNvSpPr/>
      </dsp:nvSpPr>
      <dsp:spPr>
        <a:xfrm>
          <a:off x="0" y="677"/>
          <a:ext cx="6555347" cy="6160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700" b="1" i="0" kern="1200" baseline="0"/>
            <a:t>Périmètre des données (Source Kaggle)</a:t>
          </a:r>
          <a:endParaRPr lang="en-US" sz="1700" kern="1200"/>
        </a:p>
      </dsp:txBody>
      <dsp:txXfrm>
        <a:off x="0" y="677"/>
        <a:ext cx="6555347" cy="616076"/>
      </dsp:txXfrm>
    </dsp:sp>
    <dsp:sp modelId="{CCA5DC76-E225-4084-B38A-3E42C5B3137D}">
      <dsp:nvSpPr>
        <dsp:cNvPr id="0" name=""/>
        <dsp:cNvSpPr/>
      </dsp:nvSpPr>
      <dsp:spPr>
        <a:xfrm>
          <a:off x="0" y="616754"/>
          <a:ext cx="655534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80BCEC-30A2-4031-9919-E8C5C739C56F}">
      <dsp:nvSpPr>
        <dsp:cNvPr id="0" name=""/>
        <dsp:cNvSpPr/>
      </dsp:nvSpPr>
      <dsp:spPr>
        <a:xfrm>
          <a:off x="0" y="616754"/>
          <a:ext cx="6555347" cy="6160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700" b="0" i="0" kern="1200" baseline="0"/>
            <a:t>Volume : </a:t>
          </a:r>
          <a:r>
            <a:rPr lang="fr-FR" sz="1700" b="1" i="0" kern="1200" baseline="0"/>
            <a:t>8 807 titres</a:t>
          </a:r>
          <a:r>
            <a:rPr lang="fr-FR" sz="1700" b="0" i="0" kern="1200" baseline="0"/>
            <a:t> analysés.</a:t>
          </a:r>
          <a:endParaRPr lang="en-US" sz="1700" kern="1200"/>
        </a:p>
      </dsp:txBody>
      <dsp:txXfrm>
        <a:off x="0" y="616754"/>
        <a:ext cx="6555347" cy="616076"/>
      </dsp:txXfrm>
    </dsp:sp>
    <dsp:sp modelId="{C55D882F-0247-4094-A9EE-C41A56A0BF9F}">
      <dsp:nvSpPr>
        <dsp:cNvPr id="0" name=""/>
        <dsp:cNvSpPr/>
      </dsp:nvSpPr>
      <dsp:spPr>
        <a:xfrm>
          <a:off x="0" y="1232831"/>
          <a:ext cx="655534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ED99EA-821C-46CB-9AC1-3DBB79CFF88A}">
      <dsp:nvSpPr>
        <dsp:cNvPr id="0" name=""/>
        <dsp:cNvSpPr/>
      </dsp:nvSpPr>
      <dsp:spPr>
        <a:xfrm>
          <a:off x="0" y="1232831"/>
          <a:ext cx="6555347" cy="6160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700" b="0" i="0" kern="1200" baseline="0"/>
            <a:t>Historique : Films de </a:t>
          </a:r>
          <a:r>
            <a:rPr lang="fr-FR" sz="1700" b="1" i="0" kern="1200" baseline="0"/>
            <a:t>1925</a:t>
          </a:r>
          <a:r>
            <a:rPr lang="fr-FR" sz="1700" b="0" i="0" kern="1200" baseline="0"/>
            <a:t> à 2021.</a:t>
          </a:r>
          <a:endParaRPr lang="en-US" sz="1700" kern="1200"/>
        </a:p>
      </dsp:txBody>
      <dsp:txXfrm>
        <a:off x="0" y="1232831"/>
        <a:ext cx="6555347" cy="616076"/>
      </dsp:txXfrm>
    </dsp:sp>
    <dsp:sp modelId="{ED5CC62B-B249-466C-980C-1F269C6B17F8}">
      <dsp:nvSpPr>
        <dsp:cNvPr id="0" name=""/>
        <dsp:cNvSpPr/>
      </dsp:nvSpPr>
      <dsp:spPr>
        <a:xfrm>
          <a:off x="0" y="1848908"/>
          <a:ext cx="655534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10BB92-B860-4ADD-BD9F-BB6D481E0B83}">
      <dsp:nvSpPr>
        <dsp:cNvPr id="0" name=""/>
        <dsp:cNvSpPr/>
      </dsp:nvSpPr>
      <dsp:spPr>
        <a:xfrm>
          <a:off x="0" y="1848908"/>
          <a:ext cx="6555347" cy="6160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700" b="0" i="0" kern="1200" baseline="0"/>
            <a:t>Fenêtre d'analyse : Du premier ajout (</a:t>
          </a:r>
          <a:r>
            <a:rPr lang="fr-FR" sz="1700" b="1" i="0" kern="1200" baseline="0"/>
            <a:t>2008</a:t>
          </a:r>
          <a:r>
            <a:rPr lang="fr-FR" sz="1700" b="0" i="0" kern="1200" baseline="0"/>
            <a:t>) au </a:t>
          </a:r>
          <a:r>
            <a:rPr lang="fr-FR" sz="1700" b="1" i="0" kern="1200" baseline="0"/>
            <a:t>25 septembre 2021</a:t>
          </a:r>
          <a:r>
            <a:rPr lang="fr-FR" sz="1700" b="0" i="0" kern="1200" baseline="0"/>
            <a:t>.</a:t>
          </a:r>
          <a:endParaRPr lang="en-US" sz="1700" kern="1200"/>
        </a:p>
      </dsp:txBody>
      <dsp:txXfrm>
        <a:off x="0" y="1848908"/>
        <a:ext cx="6555347" cy="616076"/>
      </dsp:txXfrm>
    </dsp:sp>
    <dsp:sp modelId="{2DD8076F-627B-48DA-AAC4-7E03117E3794}">
      <dsp:nvSpPr>
        <dsp:cNvPr id="0" name=""/>
        <dsp:cNvSpPr/>
      </dsp:nvSpPr>
      <dsp:spPr>
        <a:xfrm>
          <a:off x="0" y="2464985"/>
          <a:ext cx="655534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89F948-E129-4076-AC90-ADDB6F633274}">
      <dsp:nvSpPr>
        <dsp:cNvPr id="0" name=""/>
        <dsp:cNvSpPr/>
      </dsp:nvSpPr>
      <dsp:spPr>
        <a:xfrm>
          <a:off x="0" y="2464985"/>
          <a:ext cx="6555347" cy="6160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700" b="1" i="0" kern="1200" baseline="0"/>
            <a:t>Objectifs de notre analyse exploratoire</a:t>
          </a:r>
          <a:endParaRPr lang="en-US" sz="1700" kern="1200"/>
        </a:p>
      </dsp:txBody>
      <dsp:txXfrm>
        <a:off x="0" y="2464985"/>
        <a:ext cx="6555347" cy="616076"/>
      </dsp:txXfrm>
    </dsp:sp>
    <dsp:sp modelId="{6DB84C09-0907-4655-B1BC-1EED28C2029B}">
      <dsp:nvSpPr>
        <dsp:cNvPr id="0" name=""/>
        <dsp:cNvSpPr/>
      </dsp:nvSpPr>
      <dsp:spPr>
        <a:xfrm>
          <a:off x="0" y="3081061"/>
          <a:ext cx="655534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B62328-DCA1-4EF5-8DB1-0C01BE8BDA4E}">
      <dsp:nvSpPr>
        <dsp:cNvPr id="0" name=""/>
        <dsp:cNvSpPr/>
      </dsp:nvSpPr>
      <dsp:spPr>
        <a:xfrm>
          <a:off x="0" y="3081061"/>
          <a:ext cx="6555347" cy="6160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700" b="1" i="0" kern="1200" baseline="0"/>
            <a:t>Caractérisation :</a:t>
          </a:r>
          <a:r>
            <a:rPr lang="fr-FR" sz="1700" b="0" i="0" kern="1200" baseline="0"/>
            <a:t> Identifier la structure du catalogue (Films vs Séries, Genres, Ratings).</a:t>
          </a:r>
          <a:endParaRPr lang="en-US" sz="1700" kern="1200"/>
        </a:p>
      </dsp:txBody>
      <dsp:txXfrm>
        <a:off x="0" y="3081061"/>
        <a:ext cx="6555347" cy="616076"/>
      </dsp:txXfrm>
    </dsp:sp>
    <dsp:sp modelId="{180EF837-335B-445E-8BF8-72442896C343}">
      <dsp:nvSpPr>
        <dsp:cNvPr id="0" name=""/>
        <dsp:cNvSpPr/>
      </dsp:nvSpPr>
      <dsp:spPr>
        <a:xfrm>
          <a:off x="0" y="3697138"/>
          <a:ext cx="655534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BBC82D-D36F-4553-9521-060045F342BD}">
      <dsp:nvSpPr>
        <dsp:cNvPr id="0" name=""/>
        <dsp:cNvSpPr/>
      </dsp:nvSpPr>
      <dsp:spPr>
        <a:xfrm>
          <a:off x="0" y="3697138"/>
          <a:ext cx="6555347" cy="6160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700" b="1" i="0" kern="1200" baseline="0"/>
            <a:t>Dynamique de croissance :</a:t>
          </a:r>
          <a:r>
            <a:rPr lang="fr-FR" sz="1700" b="0" i="0" kern="1200" baseline="0"/>
            <a:t> Mesurer l'évolution des ajouts au fil des années.</a:t>
          </a:r>
          <a:endParaRPr lang="en-US" sz="1700" kern="1200"/>
        </a:p>
      </dsp:txBody>
      <dsp:txXfrm>
        <a:off x="0" y="3697138"/>
        <a:ext cx="6555347" cy="616076"/>
      </dsp:txXfrm>
    </dsp:sp>
    <dsp:sp modelId="{9DFBFB28-0070-4AF9-A3AB-295D6094F0CC}">
      <dsp:nvSpPr>
        <dsp:cNvPr id="0" name=""/>
        <dsp:cNvSpPr/>
      </dsp:nvSpPr>
      <dsp:spPr>
        <a:xfrm>
          <a:off x="0" y="4313215"/>
          <a:ext cx="655534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B9777B-AFF6-41F9-B4E7-43CFDD4507A0}">
      <dsp:nvSpPr>
        <dsp:cNvPr id="0" name=""/>
        <dsp:cNvSpPr/>
      </dsp:nvSpPr>
      <dsp:spPr>
        <a:xfrm>
          <a:off x="0" y="4313215"/>
          <a:ext cx="6555347" cy="6160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700" b="1" i="0" kern="1200" baseline="0"/>
            <a:t>Analyse géographique :</a:t>
          </a:r>
          <a:r>
            <a:rPr lang="fr-FR" sz="1700" b="0" i="0" kern="1200" baseline="0"/>
            <a:t> Comparer le poids des pays producteurs (ex: USA vs Inde).</a:t>
          </a:r>
          <a:endParaRPr lang="en-US" sz="1700" kern="1200"/>
        </a:p>
      </dsp:txBody>
      <dsp:txXfrm>
        <a:off x="0" y="4313215"/>
        <a:ext cx="6555347" cy="616076"/>
      </dsp:txXfrm>
    </dsp:sp>
    <dsp:sp modelId="{F033948E-7D93-41D3-BEB4-6E8C0FC9758A}">
      <dsp:nvSpPr>
        <dsp:cNvPr id="0" name=""/>
        <dsp:cNvSpPr/>
      </dsp:nvSpPr>
      <dsp:spPr>
        <a:xfrm>
          <a:off x="0" y="4929292"/>
          <a:ext cx="655534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2C72C0-A0A8-46BD-9F03-F7921D527CAF}">
      <dsp:nvSpPr>
        <dsp:cNvPr id="0" name=""/>
        <dsp:cNvSpPr/>
      </dsp:nvSpPr>
      <dsp:spPr>
        <a:xfrm>
          <a:off x="0" y="4929292"/>
          <a:ext cx="6555347" cy="6160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700" b="1" i="0" kern="1200" baseline="0"/>
            <a:t>Standardisation :</a:t>
          </a:r>
          <a:r>
            <a:rPr lang="fr-FR" sz="1700" b="0" i="0" kern="1200" baseline="0"/>
            <a:t> Extraire les formats types (durée moyenne, publics cibles).</a:t>
          </a:r>
          <a:endParaRPr lang="en-US" sz="1700" kern="1200"/>
        </a:p>
      </dsp:txBody>
      <dsp:txXfrm>
        <a:off x="0" y="4929292"/>
        <a:ext cx="6555347" cy="61607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6F30F6-6E1C-45C4-857B-25B668E59456}" type="datetimeFigureOut">
              <a:rPr lang="fr-FR" smtClean="0"/>
              <a:t>10/01/2026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FF2B69-BEC2-439D-AEA4-1CAF88CFEEC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374297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FF2B69-BEC2-439D-AEA4-1CAF88CFEEC7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450710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FF2B69-BEC2-439D-AEA4-1CAF88CFEEC7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626771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FF2B69-BEC2-439D-AEA4-1CAF88CFEEC7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293217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FF2B69-BEC2-439D-AEA4-1CAF88CFEEC7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081443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FF2B69-BEC2-439D-AEA4-1CAF88CFEEC7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203943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FF2B69-BEC2-439D-AEA4-1CAF88CFEEC7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441841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F089081-86A1-524C-E173-BC5FE7CB78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EDCCC1E-A22B-2653-9B90-3D7F85B0D6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AF7A031-4A6D-D03F-CD57-7F949A0AE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C5708-90AF-4270-85DD-07F267B7BB8A}" type="datetimeFigureOut">
              <a:rPr lang="fr-FR" smtClean="0"/>
              <a:t>10/01/2026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6766201-E0DD-4FE8-7C0A-5A532513D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ADD62BE-90BD-8A96-836D-A4C034FD9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BABA2-7E9B-471A-B8E1-234EF059F9E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421948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2D3DB29-2712-9BCA-DF1D-FF4E91AB3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61FD979-5B0C-5A47-9A9F-090F5E4A2C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38BFBF6-9842-8163-211B-955728A630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C5708-90AF-4270-85DD-07F267B7BB8A}" type="datetimeFigureOut">
              <a:rPr lang="fr-FR" smtClean="0"/>
              <a:t>10/01/2026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D262F42-865E-028E-EFA0-4A3A1FEF2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60445F3-EA72-830D-7668-B1C31378D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BABA2-7E9B-471A-B8E1-234EF059F9E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750809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69830EE-02AA-DA42-3BDF-7F109F262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01B0115-0003-0D7F-7151-F9522632C2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78CB49A-64B7-8DA7-0CEB-825EFE390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C5708-90AF-4270-85DD-07F267B7BB8A}" type="datetimeFigureOut">
              <a:rPr lang="fr-FR" smtClean="0"/>
              <a:t>10/01/2026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ACEDCBA-1DC1-57C3-31DE-D5BB5543D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384F40A-8E80-E824-67C9-8573792CF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BABA2-7E9B-471A-B8E1-234EF059F9E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311925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BA8AD0D-936F-0C84-AD0D-501509465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5BC882D-6116-FA16-D1E3-C6EA0D175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3A70CAC-FFE9-9178-022A-258CB07F60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B121DB0-34A0-DC79-2D3D-3EDA09165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C5708-90AF-4270-85DD-07F267B7BB8A}" type="datetimeFigureOut">
              <a:rPr lang="fr-FR" smtClean="0"/>
              <a:t>10/01/2026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20D82A6-E506-770B-85BC-59FFB2973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7FA97D4-CE01-9B22-0A91-26C41C177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BABA2-7E9B-471A-B8E1-234EF059F9E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947282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CB3EA2C-F105-97B3-AA3D-4D2F89DF8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4C8E5CF-B9B1-A675-83C8-47A5D9662A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FF70128-68D4-4A5C-1C08-9B3480E3BC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CADB344B-AD69-5A38-B8FE-492A52D3B6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05AC674D-3E73-0D2E-9484-D0F9394EFD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DC282657-8A2F-702D-AB5A-F2B17CC85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C5708-90AF-4270-85DD-07F267B7BB8A}" type="datetimeFigureOut">
              <a:rPr lang="fr-FR" smtClean="0"/>
              <a:t>10/01/2026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03C64621-F8C8-BA07-5593-01C72F54F0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F66A62ED-AFC1-E875-6F9E-83BBF798B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BABA2-7E9B-471A-B8E1-234EF059F9E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752063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F97141F-2E8E-7650-98DE-486230BC25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FCA93557-B2CA-B6C8-A12F-01E7FEE85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C5708-90AF-4270-85DD-07F267B7BB8A}" type="datetimeFigureOut">
              <a:rPr lang="fr-FR" smtClean="0"/>
              <a:t>10/01/2026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7A739B8A-B351-2371-C845-831155D6F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C6552C22-2C39-8697-4829-2F5BD4C5C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BABA2-7E9B-471A-B8E1-234EF059F9E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306429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18583D8A-194B-8297-B0F7-27E4C60F2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C5708-90AF-4270-85DD-07F267B7BB8A}" type="datetimeFigureOut">
              <a:rPr lang="fr-FR" smtClean="0"/>
              <a:t>10/01/2026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5553A1D4-1A95-2A84-64C3-9B2844690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79953F6-A0AF-815E-4660-79277A03C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BABA2-7E9B-471A-B8E1-234EF059F9E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111038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4AFE974-081A-B386-00A7-88AD8235CA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CE100CB-2259-F34E-9403-E0D73EAE14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29E18DC-0658-BE19-DE07-760CE0340F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C803777-E17A-C44F-DCE7-D38C4C3E24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C5708-90AF-4270-85DD-07F267B7BB8A}" type="datetimeFigureOut">
              <a:rPr lang="fr-FR" smtClean="0"/>
              <a:t>10/01/2026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2CDF6B9-1C26-0826-E9EF-E03248B9D3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96D7647-063D-F0E2-9712-72ACCF232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BABA2-7E9B-471A-B8E1-234EF059F9E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62802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E264E06-972E-3BA5-51D8-EE377447F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287C143D-E28C-F225-642A-345EA0F54E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ADD3131-E303-AFEE-F8A6-BE00936D71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7394165-7C10-5A57-D20A-D8C1B4C04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C5708-90AF-4270-85DD-07F267B7BB8A}" type="datetimeFigureOut">
              <a:rPr lang="fr-FR" smtClean="0"/>
              <a:t>10/01/2026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045CB2A-6082-1398-B163-F0C45D57D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32EF6BC-4181-7614-F277-C5D2656BA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BABA2-7E9B-471A-B8E1-234EF059F9E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521091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B5782B9-6FC4-CDCA-53EF-545C4A034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6A86415-B78D-14F6-9B3A-591B4E323C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B6E5FD7-D7D9-8719-CA89-96FBAFAC78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C5708-90AF-4270-85DD-07F267B7BB8A}" type="datetimeFigureOut">
              <a:rPr lang="fr-FR" smtClean="0"/>
              <a:t>10/01/2026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2A85854-9E36-1A51-FCDE-68A38EF56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DDF4ED9-9331-4222-DC3A-EFA90AAB0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BABA2-7E9B-471A-B8E1-234EF059F9E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24704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9480889D-DAC8-12BC-2646-81FC0C8C14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A2372383-DA89-7C8D-004A-5C3DB32354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4C60B23-4AEA-680D-064F-2DEC352AC7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C5708-90AF-4270-85DD-07F267B7BB8A}" type="datetimeFigureOut">
              <a:rPr lang="fr-FR" smtClean="0"/>
              <a:t>10/01/2026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751A8B3-E3B1-09C6-C25B-CEEEDCCD8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FDABE55-A641-F040-CF3F-3ABB67B99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BABA2-7E9B-471A-B8E1-234EF059F9E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18588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68D1C77A-A4FE-17C1-AAD0-9CCFC37DC2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dirty="0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64781E2-C564-FBC6-713C-CE969E3A56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91FFF0B-622D-343E-DB81-60EE9C421F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1C5708-90AF-4270-85DD-07F267B7BB8A}" type="datetimeFigureOut">
              <a:rPr lang="fr-FR" smtClean="0"/>
              <a:t>10/01/2026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443B7C1-D3F2-072D-2A68-0B1646909B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32CEF01-6287-B03D-8AF3-8209304BE2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EBABA2-7E9B-471A-B8E1-234EF059F9E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137609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://localhost:8501/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0" name="Rectangle 49">
            <a:extLst>
              <a:ext uri="{FF2B5EF4-FFF2-40B4-BE49-F238E27FC236}">
                <a16:creationId xmlns:a16="http://schemas.microsoft.com/office/drawing/2014/main" id="{2596F992-698C-48C0-9D89-70DA4CE92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700DCF4-54D5-38B2-1D4A-C172BA6213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6592" y="4230093"/>
            <a:ext cx="5103229" cy="180016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b="1" kern="12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ANALYSE DES FILMS &amp; S</a:t>
            </a:r>
            <a:r>
              <a:rPr lang="fr-FR" sz="4000" b="1">
                <a:latin typeface="Cambria" panose="02040503050406030204" pitchFamily="18" charset="0"/>
                <a:ea typeface="Cambria" panose="02040503050406030204" pitchFamily="18" charset="0"/>
              </a:rPr>
              <a:t>É</a:t>
            </a:r>
            <a:r>
              <a:rPr lang="en-US" sz="4000" b="1" kern="120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RIES NETFLIX</a:t>
            </a:r>
            <a:endParaRPr lang="en-US" sz="4000" b="1" kern="12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8D11CEB7-5FC4-64BD-D028-5BA1E6986E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56592" y="676351"/>
            <a:ext cx="11139778" cy="3017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ous-titre 2">
            <a:extLst>
              <a:ext uri="{FF2B5EF4-FFF2-40B4-BE49-F238E27FC236}">
                <a16:creationId xmlns:a16="http://schemas.microsoft.com/office/drawing/2014/main" id="{D5FE7B5F-3CE4-B6D2-4458-9EF6775A1E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46415" y="4230094"/>
            <a:ext cx="6235268" cy="180016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latin typeface="Cambria" panose="02040503050406030204" pitchFamily="18" charset="0"/>
                <a:ea typeface="Cambria" panose="02040503050406030204" pitchFamily="18" charset="0"/>
              </a:rPr>
              <a:t>Réalisée par : </a:t>
            </a:r>
          </a:p>
          <a:p>
            <a:r>
              <a:rPr lang="en-US" b="1">
                <a:latin typeface="Cambria" panose="02040503050406030204" pitchFamily="18" charset="0"/>
                <a:ea typeface="Cambria" panose="02040503050406030204" pitchFamily="18" charset="0"/>
              </a:rPr>
              <a:t>Mahamadou Issoufou Khadija</a:t>
            </a:r>
          </a:p>
          <a:p>
            <a:r>
              <a:rPr lang="en-US" b="1">
                <a:latin typeface="Cambria" panose="02040503050406030204" pitchFamily="18" charset="0"/>
                <a:ea typeface="Cambria" panose="02040503050406030204" pitchFamily="18" charset="0"/>
              </a:rPr>
              <a:t>Ren Yue</a:t>
            </a:r>
          </a:p>
          <a:p>
            <a:r>
              <a:rPr lang="en-US" b="1" u="sng">
                <a:latin typeface="Cambria" panose="02040503050406030204" pitchFamily="18" charset="0"/>
                <a:ea typeface="Cambria" panose="02040503050406030204" pitchFamily="18" charset="0"/>
              </a:rPr>
              <a:t>Année </a:t>
            </a:r>
            <a:r>
              <a:rPr lang="en-US">
                <a:latin typeface="Cambria" panose="02040503050406030204" pitchFamily="18" charset="0"/>
                <a:ea typeface="Cambria" panose="02040503050406030204" pitchFamily="18" charset="0"/>
              </a:rPr>
              <a:t>: 2025-2026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E7BFF8DC-0AE7-4AD2-9B28-2E5F26D62C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6406116"/>
            <a:ext cx="12191998" cy="46177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7E0162AD-C6E5-4BF8-A453-76ADB36877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300" y="6406115"/>
            <a:ext cx="4076698" cy="464399"/>
          </a:xfrm>
          <a:prstGeom prst="rect">
            <a:avLst/>
          </a:prstGeom>
          <a:gradFill>
            <a:gsLst>
              <a:gs pos="19000">
                <a:srgbClr val="000000">
                  <a:alpha val="31000"/>
                </a:srgbClr>
              </a:gs>
              <a:gs pos="99000">
                <a:schemeClr val="accent1"/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49B0D00B-9047-75E6-0E6F-6C164B6FD56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34462" y="147469"/>
            <a:ext cx="994006" cy="528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33832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5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16674BE-C593-71D7-8373-623799D38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1184795"/>
          </a:xfrm>
        </p:spPr>
        <p:txBody>
          <a:bodyPr anchor="b">
            <a:normAutofit/>
          </a:bodyPr>
          <a:lstStyle/>
          <a:p>
            <a:pPr algn="r"/>
            <a:r>
              <a:rPr lang="fr-FR" sz="31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PLAN DE LA PRESENTATION</a:t>
            </a:r>
          </a:p>
        </p:txBody>
      </p:sp>
      <p:graphicFrame>
        <p:nvGraphicFramePr>
          <p:cNvPr id="24" name="Rectangle 1">
            <a:extLst>
              <a:ext uri="{FF2B5EF4-FFF2-40B4-BE49-F238E27FC236}">
                <a16:creationId xmlns:a16="http://schemas.microsoft.com/office/drawing/2014/main" id="{DE2A12DE-2F17-2325-1B39-3079521A129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29018192"/>
              </p:ext>
            </p:extLst>
          </p:nvPr>
        </p:nvGraphicFramePr>
        <p:xfrm>
          <a:off x="4134811" y="200026"/>
          <a:ext cx="7230796" cy="59955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386428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Freeform: Shape 18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EDBB44E-293F-22BF-974D-86BCD55C56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fr-FR" sz="40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CONTEXTE &amp; OBJECTIFS</a:t>
            </a:r>
          </a:p>
        </p:txBody>
      </p:sp>
      <p:graphicFrame>
        <p:nvGraphicFramePr>
          <p:cNvPr id="23" name="Rectangle 1">
            <a:extLst>
              <a:ext uri="{FF2B5EF4-FFF2-40B4-BE49-F238E27FC236}">
                <a16:creationId xmlns:a16="http://schemas.microsoft.com/office/drawing/2014/main" id="{791E3686-7617-5879-AE27-5796FD04FD9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810259" y="649480"/>
          <a:ext cx="6555347" cy="55460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6751738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A4E37431-20F0-4DD6-84A9-ED2B644943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AE98B72-66C6-4AB4-AF0D-BA830DE863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07EAFC6-733F-403D-BB4D-05A3A2874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7A36730-4CB0-4F61-AD11-A44C976583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69C79E1-F916-4929-A4F3-DE763D4BFA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767334AB-16BD-4EC7-8C6B-4B51716009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FF2C7BD1-8201-C13E-69DF-8A45F8D29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2" y="891652"/>
            <a:ext cx="4412021" cy="203116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I. ANALYSE STATIQUE</a:t>
            </a:r>
            <a:br>
              <a:rPr lang="en-US" sz="4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4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endParaRPr lang="en-US" sz="4000" b="1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5CAA5D71-46EC-297E-7E44-A35FB3B1AE8C}"/>
              </a:ext>
            </a:extLst>
          </p:cNvPr>
          <p:cNvSpPr txBox="1"/>
          <p:nvPr/>
        </p:nvSpPr>
        <p:spPr>
          <a:xfrm>
            <a:off x="945791" y="3935187"/>
            <a:ext cx="4126272" cy="21852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algn="r">
              <a:lnSpc>
                <a:spcPct val="90000"/>
              </a:lnSpc>
              <a:spcBef>
                <a:spcPts val="1000"/>
              </a:spcBef>
            </a:pPr>
            <a:r>
              <a:rPr lang="en-US" sz="2400" b="1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REPARTITION DU CATALOGUE NETFLIX</a:t>
            </a:r>
            <a:endParaRPr lang="en-US" sz="2400" b="1" kern="120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5" name="Espace réservé du contenu 4" descr="Une image contenant texte, capture d’écran, Police, diagramme">
            <a:extLst>
              <a:ext uri="{FF2B5EF4-FFF2-40B4-BE49-F238E27FC236}">
                <a16:creationId xmlns:a16="http://schemas.microsoft.com/office/drawing/2014/main" id="{0D5877CB-D987-F989-A6E3-8161B477B2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303655"/>
            <a:ext cx="5608320" cy="4206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60907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BF4E411-A536-723E-570D-C1D8C3169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7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L’ÉVOLUTION DES AJOUTS DE TITRES</a:t>
            </a:r>
          </a:p>
        </p:txBody>
      </p:sp>
      <p:pic>
        <p:nvPicPr>
          <p:cNvPr id="5" name="Espace réservé du contenu 4" descr="Une image contenant texte, diagramme, Tracé, ligne">
            <a:extLst>
              <a:ext uri="{FF2B5EF4-FFF2-40B4-BE49-F238E27FC236}">
                <a16:creationId xmlns:a16="http://schemas.microsoft.com/office/drawing/2014/main" id="{0D465D1A-B0AB-4A9D-9950-0B3830EF0F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1468" y="1966293"/>
            <a:ext cx="8949062" cy="445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94787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5A551C7-13E2-B270-347A-F176316A17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5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TOP 7 DES CLASSIFICATIONS / RATINGS</a:t>
            </a:r>
          </a:p>
        </p:txBody>
      </p:sp>
      <p:pic>
        <p:nvPicPr>
          <p:cNvPr id="5" name="Espace réservé du contenu 4" descr="Une image contenant texte, capture d’écran, diagramme, Tracé&#10;&#10;Le contenu généré par l’IA peut être incorrect.">
            <a:extLst>
              <a:ext uri="{FF2B5EF4-FFF2-40B4-BE49-F238E27FC236}">
                <a16:creationId xmlns:a16="http://schemas.microsoft.com/office/drawing/2014/main" id="{525FF1AB-59BC-728E-97B5-6E06DA40AA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2428" y="1631595"/>
            <a:ext cx="7225748" cy="3594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80601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0E1E17E-F51C-4ADD-B573-29253A369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73167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7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TOP 10 DES GENRES PRODUITS </a:t>
            </a:r>
          </a:p>
        </p:txBody>
      </p:sp>
      <p:pic>
        <p:nvPicPr>
          <p:cNvPr id="5" name="Espace réservé du contenu 4" descr="Une image contenant texte, capture d’écran, diagramme, Police">
            <a:extLst>
              <a:ext uri="{FF2B5EF4-FFF2-40B4-BE49-F238E27FC236}">
                <a16:creationId xmlns:a16="http://schemas.microsoft.com/office/drawing/2014/main" id="{3D4F1B2C-5F6C-C424-7E56-E03934E790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757" y="1966293"/>
            <a:ext cx="9168645" cy="445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66072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9F7A848-2C98-762F-043A-D7A25FDE9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1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TOP 10 DES PAYS PRODUCTEURS </a:t>
            </a:r>
          </a:p>
        </p:txBody>
      </p:sp>
      <p:pic>
        <p:nvPicPr>
          <p:cNvPr id="5" name="Espace réservé du contenu 4" descr="Une image contenant texte, capture d’écran, nombre, ligne">
            <a:extLst>
              <a:ext uri="{FF2B5EF4-FFF2-40B4-BE49-F238E27FC236}">
                <a16:creationId xmlns:a16="http://schemas.microsoft.com/office/drawing/2014/main" id="{C30419C1-6CE0-0FDA-8F23-A31FEE8765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2428" y="1369662"/>
            <a:ext cx="7225748" cy="4118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4871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3412702-28BB-959A-D7E6-2A4A058DB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75846"/>
          </a:xfrm>
        </p:spPr>
        <p:txBody>
          <a:bodyPr/>
          <a:lstStyle/>
          <a:p>
            <a:r>
              <a:rPr lang="fr-FR" b="1">
                <a:latin typeface="Cambria" panose="02040503050406030204" pitchFamily="18" charset="0"/>
                <a:ea typeface="Cambria" panose="02040503050406030204" pitchFamily="18" charset="0"/>
              </a:rPr>
              <a:t>DISTRIBUTION DE LA DUREE DES FILMS</a:t>
            </a:r>
            <a:endParaRPr lang="fr-FR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5" name="Espace réservé du contenu 4" descr="Une image contenant texte, diagramme, Tracé, capture d’écran&#10;&#10;Le contenu généré par l’IA peut être incorrect.">
            <a:extLst>
              <a:ext uri="{FF2B5EF4-FFF2-40B4-BE49-F238E27FC236}">
                <a16:creationId xmlns:a16="http://schemas.microsoft.com/office/drawing/2014/main" id="{CFAB427C-B93B-88FD-CDAE-CD2D62B0E3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05239"/>
            <a:ext cx="8769052" cy="4351338"/>
          </a:xfrm>
        </p:spPr>
      </p:pic>
    </p:spTree>
    <p:extLst>
      <p:ext uri="{BB962C8B-B14F-4D97-AF65-F5344CB8AC3E}">
        <p14:creationId xmlns:p14="http://schemas.microsoft.com/office/powerpoint/2010/main" val="12632907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F920E163-29A4-3662-EA1B-2B01B0C8A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fr-FR" sz="40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II. ANALYSE DYNAMIQUE: EVOLUTION DE LA POPULARITE DES GENRES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A646D5B-2D3A-6154-332B-97308538B5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rmAutofit/>
          </a:bodyPr>
          <a:lstStyle/>
          <a:p>
            <a:r>
              <a:rPr lang="fr-FR" sz="2000" b="1" dirty="0">
                <a:latin typeface="Calisto MT" panose="02040603050505030304" pitchFamily="18" charset="0"/>
                <a:cs typeface="Calibri" panose="020F050202020403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Lien de l’application </a:t>
            </a:r>
            <a:r>
              <a:rPr lang="fr-FR" sz="2000" b="1" dirty="0" err="1">
                <a:latin typeface="Calisto MT" panose="02040603050505030304" pitchFamily="18" charset="0"/>
                <a:cs typeface="Calibri" panose="020F050202020403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streamlit</a:t>
            </a:r>
            <a:endParaRPr lang="fr-FR" sz="2000" b="1" dirty="0">
              <a:latin typeface="Calisto MT" panose="02040603050505030304" pitchFamily="18" charset="0"/>
              <a:cs typeface="Calibri" panose="020F0502020204030204" pitchFamily="34" charset="0"/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r>
              <a:rPr lang="fr-FR" sz="2000" dirty="0">
                <a:solidFill>
                  <a:srgbClr val="96607D"/>
                </a:solidFill>
                <a:hlinkClick r:id="rId2"/>
              </a:rPr>
              <a:t>http://localhost:8501/</a:t>
            </a:r>
            <a:endParaRPr lang="fr-FR" sz="2000" dirty="0">
              <a:solidFill>
                <a:srgbClr val="96607D"/>
              </a:solidFill>
            </a:endParaRPr>
          </a:p>
          <a:p>
            <a:endParaRPr lang="fr-FR" sz="2000" dirty="0"/>
          </a:p>
        </p:txBody>
      </p:sp>
    </p:spTree>
    <p:extLst>
      <p:ext uri="{BB962C8B-B14F-4D97-AF65-F5344CB8AC3E}">
        <p14:creationId xmlns:p14="http://schemas.microsoft.com/office/powerpoint/2010/main" val="8165093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FFC5AEA-EB87-D6EB-802D-E3C53AEF09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fr-FR" sz="4000" b="1" dirty="0">
                <a:solidFill>
                  <a:schemeClr val="bg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CONCLUSION: </a:t>
            </a:r>
            <a:r>
              <a:rPr lang="fr-CA" sz="4000" b="1" dirty="0">
                <a:solidFill>
                  <a:schemeClr val="bg2"/>
                </a:solidFill>
              </a:rPr>
              <a:t>LA STRATÉGIE DE L'HYPER-CROISSANCE</a:t>
            </a:r>
            <a:br>
              <a:rPr lang="fr-CA" sz="4000" b="1" dirty="0">
                <a:solidFill>
                  <a:schemeClr val="bg2"/>
                </a:solidFill>
              </a:rPr>
            </a:br>
            <a:endParaRPr lang="fr-FR" sz="4000" b="1" dirty="0">
              <a:solidFill>
                <a:schemeClr val="bg2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532851C-FE8A-4178-311B-3C306C5E33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fr-CA" sz="2000" b="1" dirty="0"/>
              <a:t>Mutation réussie :</a:t>
            </a:r>
            <a:r>
              <a:rPr lang="fr-CA" sz="2000" dirty="0"/>
              <a:t> Passage d'un loueur de DVD à un studio mondial leader.</a:t>
            </a:r>
          </a:p>
          <a:p>
            <a:r>
              <a:rPr lang="fr-CA" sz="2000" b="1" dirty="0"/>
              <a:t>Industrialisation :</a:t>
            </a:r>
            <a:r>
              <a:rPr lang="fr-CA" sz="2000" dirty="0"/>
              <a:t> Une production boostée de </a:t>
            </a:r>
            <a:r>
              <a:rPr lang="fr-CA" sz="2000" b="1" dirty="0"/>
              <a:t>+2 600 %</a:t>
            </a:r>
            <a:r>
              <a:rPr lang="fr-CA" sz="2000" dirty="0"/>
              <a:t> entre 2015 et 2019.</a:t>
            </a:r>
          </a:p>
          <a:p>
            <a:r>
              <a:rPr lang="fr-CA" sz="2000" b="1" dirty="0"/>
              <a:t>Standardisation :</a:t>
            </a:r>
            <a:r>
              <a:rPr lang="fr-CA" sz="2000" dirty="0"/>
              <a:t> Un format "Netflix" identifié autour de </a:t>
            </a:r>
            <a:r>
              <a:rPr lang="fr-CA" sz="2000" b="1" dirty="0"/>
              <a:t>99 minutes</a:t>
            </a:r>
            <a:r>
              <a:rPr lang="fr-CA" sz="2000" dirty="0"/>
              <a:t>.</a:t>
            </a:r>
          </a:p>
          <a:p>
            <a:r>
              <a:rPr lang="fr-CA" sz="2000" b="1" dirty="0"/>
              <a:t>Ouverture mondiale :</a:t>
            </a:r>
            <a:r>
              <a:rPr lang="fr-CA" sz="2000" dirty="0"/>
              <a:t> 30 % du catalogue dédié au contenu international.</a:t>
            </a:r>
          </a:p>
          <a:p>
            <a:r>
              <a:rPr lang="fr-CA" sz="2000" b="1" dirty="0"/>
              <a:t>"Netflix ne suit plus les tendances, il les crée grâce à la donnée."</a:t>
            </a:r>
            <a:endParaRPr lang="fr-CA" sz="2000" dirty="0"/>
          </a:p>
          <a:p>
            <a:pPr marL="0" indent="0">
              <a:buNone/>
            </a:pPr>
            <a:endParaRPr lang="fr-FR" sz="2000" dirty="0"/>
          </a:p>
        </p:txBody>
      </p:sp>
    </p:spTree>
    <p:extLst>
      <p:ext uri="{BB962C8B-B14F-4D97-AF65-F5344CB8AC3E}">
        <p14:creationId xmlns:p14="http://schemas.microsoft.com/office/powerpoint/2010/main" val="1507148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C268A0C-6D4C-3F3C-4544-7D3B21825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4824" y="735106"/>
            <a:ext cx="10053763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FIN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5053F72-7487-074D-3A6B-55D1B59E61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50682" y="4870824"/>
            <a:ext cx="10005951" cy="14582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Merci pour votre attention</a:t>
            </a:r>
          </a:p>
        </p:txBody>
      </p:sp>
    </p:spTree>
    <p:extLst>
      <p:ext uri="{BB962C8B-B14F-4D97-AF65-F5344CB8AC3E}">
        <p14:creationId xmlns:p14="http://schemas.microsoft.com/office/powerpoint/2010/main" val="1428811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624</TotalTime>
  <Words>306</Words>
  <Application>Microsoft Office PowerPoint</Application>
  <PresentationFormat>Grand écran</PresentationFormat>
  <Paragraphs>46</Paragraphs>
  <Slides>12</Slides>
  <Notes>6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8" baseType="lpstr">
      <vt:lpstr>Aptos</vt:lpstr>
      <vt:lpstr>Aptos Display</vt:lpstr>
      <vt:lpstr>Arial</vt:lpstr>
      <vt:lpstr>Calisto MT</vt:lpstr>
      <vt:lpstr>Cambria</vt:lpstr>
      <vt:lpstr>Thème Office</vt:lpstr>
      <vt:lpstr>ANALYSE DES FILMS &amp; SÉRIES NETFLIX</vt:lpstr>
      <vt:lpstr>PLAN DE LA PRESENTATION</vt:lpstr>
      <vt:lpstr>CONTEXTE &amp; OBJECTIFS</vt:lpstr>
      <vt:lpstr>I. ANALYSE STATIQUE  </vt:lpstr>
      <vt:lpstr>L’ÉVOLUTION DES AJOUTS DE TITRES</vt:lpstr>
      <vt:lpstr>TOP 7 DES CLASSIFICATIONS / RATINGS</vt:lpstr>
      <vt:lpstr>TOP 10 DES GENRES PRODUITS </vt:lpstr>
      <vt:lpstr>TOP 10 DES PAYS PRODUCTEURS </vt:lpstr>
      <vt:lpstr>DISTRIBUTION DE LA DUREE DES FILMS</vt:lpstr>
      <vt:lpstr>II. ANALYSE DYNAMIQUE: EVOLUTION DE LA POPULARITE DES GENRES </vt:lpstr>
      <vt:lpstr>CONCLUSION: LA STRATÉGIE DE L'HYPER-CROISSANCE </vt:lpstr>
      <vt:lpstr>FIN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Khadija Mahamadou Issoufou</dc:creator>
  <cp:lastModifiedBy>Khadija Mahamadou Issoufou</cp:lastModifiedBy>
  <cp:revision>1</cp:revision>
  <dcterms:created xsi:type="dcterms:W3CDTF">2026-01-09T19:47:08Z</dcterms:created>
  <dcterms:modified xsi:type="dcterms:W3CDTF">2026-01-10T09:24:24Z</dcterms:modified>
</cp:coreProperties>
</file>